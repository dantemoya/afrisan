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c9211a196d44669" /><Relationship Type="http://schemas.openxmlformats.org/officeDocument/2006/relationships/extended-properties" Target="/docProps/app.xml" Id="Rdfad0507f2754bf9" /><Relationship Type="http://schemas.openxmlformats.org/officeDocument/2006/relationships/officeDocument" Target="/ppt/presentation.xml" Id="R880dc680473248b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37cad6a535c4a70"/>
  </p:sldMasterIdLst>
  <p:notesMasterIdLst>
    <p:notesMasterId xmlns:r="http://schemas.openxmlformats.org/officeDocument/2006/relationships" r:id="Rf706e3fb711f4ce0"/>
  </p:notesMasterIdLst>
  <p:sldIdLst>
    <p:sldId xmlns:r="http://schemas.openxmlformats.org/officeDocument/2006/relationships" id="256" r:id="Rdfe5b42bee43485b"/>
    <p:sldId xmlns:r="http://schemas.openxmlformats.org/officeDocument/2006/relationships" id="257" r:id="Rfedb54a612d24651"/>
    <p:sldId xmlns:r="http://schemas.openxmlformats.org/officeDocument/2006/relationships" id="258" r:id="Rdde2e0f36a0e443b"/>
    <p:sldId xmlns:r="http://schemas.openxmlformats.org/officeDocument/2006/relationships" id="259" r:id="R613fb03c89a74f51"/>
    <p:sldId xmlns:r="http://schemas.openxmlformats.org/officeDocument/2006/relationships" id="260" r:id="Rc617d9f4ddb2466c"/>
    <p:sldId xmlns:r="http://schemas.openxmlformats.org/officeDocument/2006/relationships" id="261" r:id="Rd29131a3262a4eac"/>
    <p:sldId xmlns:r="http://schemas.openxmlformats.org/officeDocument/2006/relationships" id="262" r:id="R999cbf99d30a4d95"/>
    <p:sldId xmlns:r="http://schemas.openxmlformats.org/officeDocument/2006/relationships" id="263" r:id="Rbd84ea1715bf4376"/>
    <p:sldId xmlns:r="http://schemas.openxmlformats.org/officeDocument/2006/relationships" id="264" r:id="Rc93ffb183a0e432f"/>
    <p:sldId xmlns:r="http://schemas.openxmlformats.org/officeDocument/2006/relationships" id="265" r:id="Rb17da9dc32e74e6b"/>
    <p:sldId xmlns:r="http://schemas.openxmlformats.org/officeDocument/2006/relationships" id="266" r:id="R04ccec55772e4455"/>
    <p:sldId xmlns:r="http://schemas.openxmlformats.org/officeDocument/2006/relationships" id="267" r:id="R95cb1d8a391e4ede"/>
    <p:sldId xmlns:r="http://schemas.openxmlformats.org/officeDocument/2006/relationships" id="268" r:id="R2828ac58c807463e"/>
    <p:sldId xmlns:r="http://schemas.openxmlformats.org/officeDocument/2006/relationships" id="269" r:id="Rb588bf47294144e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eb7bac990154ffa" /><Relationship Type="http://schemas.openxmlformats.org/officeDocument/2006/relationships/slideMaster" Target="/ppt/slideMasters/slideMaster1.xml" Id="Re37cad6a535c4a70" /><Relationship Type="http://schemas.openxmlformats.org/officeDocument/2006/relationships/notesMaster" Target="/ppt/notesMasters/notesMaster1.xml" Id="Rf706e3fb711f4ce0" /><Relationship Type="http://schemas.openxmlformats.org/officeDocument/2006/relationships/presProps" Target="/ppt/presProps.xml" Id="R66bce4c64c4c48e3" /><Relationship Type="http://schemas.openxmlformats.org/officeDocument/2006/relationships/tableStyles" Target="/ppt/tableStyles.xml" Id="Ref7f5f6513904326" /><Relationship Type="http://schemas.openxmlformats.org/officeDocument/2006/relationships/slide" Target="/ppt/slides/slide1.xml" Id="Rdfe5b42bee43485b" /><Relationship Type="http://schemas.openxmlformats.org/officeDocument/2006/relationships/slide" Target="/ppt/slides/slide2.xml" Id="Rfedb54a612d24651" /><Relationship Type="http://schemas.openxmlformats.org/officeDocument/2006/relationships/slide" Target="/ppt/slides/slide3.xml" Id="Rdde2e0f36a0e443b" /><Relationship Type="http://schemas.openxmlformats.org/officeDocument/2006/relationships/slide" Target="/ppt/slides/slide4.xml" Id="R613fb03c89a74f51" /><Relationship Type="http://schemas.openxmlformats.org/officeDocument/2006/relationships/slide" Target="/ppt/slides/slide5.xml" Id="Rc617d9f4ddb2466c" /><Relationship Type="http://schemas.openxmlformats.org/officeDocument/2006/relationships/slide" Target="/ppt/slides/slide6.xml" Id="Rd29131a3262a4eac" /><Relationship Type="http://schemas.openxmlformats.org/officeDocument/2006/relationships/slide" Target="/ppt/slides/slide7.xml" Id="R999cbf99d30a4d95" /><Relationship Type="http://schemas.openxmlformats.org/officeDocument/2006/relationships/slide" Target="/ppt/slides/slide8.xml" Id="Rbd84ea1715bf4376" /><Relationship Type="http://schemas.openxmlformats.org/officeDocument/2006/relationships/slide" Target="/ppt/slides/slide9.xml" Id="Rc93ffb183a0e432f" /><Relationship Type="http://schemas.openxmlformats.org/officeDocument/2006/relationships/slide" Target="/ppt/slides/slide10.xml" Id="Rb17da9dc32e74e6b" /><Relationship Type="http://schemas.openxmlformats.org/officeDocument/2006/relationships/slide" Target="/ppt/slides/slide11.xml" Id="R04ccec55772e4455" /><Relationship Type="http://schemas.openxmlformats.org/officeDocument/2006/relationships/slide" Target="/ppt/slides/slide12.xml" Id="R95cb1d8a391e4ede" /><Relationship Type="http://schemas.openxmlformats.org/officeDocument/2006/relationships/slide" Target="/ppt/slides/slide13.xml" Id="R2828ac58c807463e" /><Relationship Type="http://schemas.openxmlformats.org/officeDocument/2006/relationships/slide" Target="/ppt/slides/slide14.xml" Id="Rb588bf47294144e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33af654842447f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5a69a5c6ca94517" /><Relationship Type="http://schemas.openxmlformats.org/officeDocument/2006/relationships/notesMaster" Target="/ppt/notesMasters/notesMaster1.xml" Id="R782383a1813e4aa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5e413fa5c49414f" /><Relationship Type="http://schemas.openxmlformats.org/officeDocument/2006/relationships/notesMaster" Target="/ppt/notesMasters/notesMaster1.xml" Id="R3771873dd3d64f0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9ab509761af4a38" /><Relationship Type="http://schemas.openxmlformats.org/officeDocument/2006/relationships/notesMaster" Target="/ppt/notesMasters/notesMaster1.xml" Id="R70ac63a9a85143c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91ca0b3292f44ae" /><Relationship Type="http://schemas.openxmlformats.org/officeDocument/2006/relationships/notesMaster" Target="/ppt/notesMasters/notesMaster1.xml" Id="Rfc69bc93029f44e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f22093416c84aed" /><Relationship Type="http://schemas.openxmlformats.org/officeDocument/2006/relationships/notesMaster" Target="/ppt/notesMasters/notesMaster1.xml" Id="R52ada984c48846e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8fccbd680f0454a" /><Relationship Type="http://schemas.openxmlformats.org/officeDocument/2006/relationships/notesMaster" Target="/ppt/notesMasters/notesMaster1.xml" Id="R5891a57bb66d4d4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c146369f3c64eca" /><Relationship Type="http://schemas.openxmlformats.org/officeDocument/2006/relationships/notesMaster" Target="/ppt/notesMasters/notesMaster1.xml" Id="R0301ee06104f487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e0e8a6b1046457e" /><Relationship Type="http://schemas.openxmlformats.org/officeDocument/2006/relationships/notesMaster" Target="/ppt/notesMasters/notesMaster1.xml" Id="R9f5d2965788f4f0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f7774f3ea5a480b" /><Relationship Type="http://schemas.openxmlformats.org/officeDocument/2006/relationships/notesMaster" Target="/ppt/notesMasters/notesMaster1.xml" Id="Re245fc5a2b9b499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e1f82313d564fef" /><Relationship Type="http://schemas.openxmlformats.org/officeDocument/2006/relationships/notesMaster" Target="/ppt/notesMasters/notesMaster1.xml" Id="R8bb287b13771481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aa17aa59f7d44a7" /><Relationship Type="http://schemas.openxmlformats.org/officeDocument/2006/relationships/notesMaster" Target="/ppt/notesMasters/notesMaster1.xml" Id="Re127ca2ea64b4b8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f2841a92a9148c1" /><Relationship Type="http://schemas.openxmlformats.org/officeDocument/2006/relationships/notesMaster" Target="/ppt/notesMasters/notesMaster1.xml" Id="R54528a4bfdbc48f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61f26d838104a42" /><Relationship Type="http://schemas.openxmlformats.org/officeDocument/2006/relationships/notesMaster" Target="/ppt/notesMasters/notesMaster1.xml" Id="R96f98b4ddf6542c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5a85eaf32eb41d7" /><Relationship Type="http://schemas.openxmlformats.org/officeDocument/2006/relationships/notesMaster" Target="/ppt/notesMasters/notesMaster1.xml" Id="R1bade6ea744b4c6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Presento el estado del proyecto y los ajustes que requiere su continuidad individual. La evidencia técnica corresponde al corte del 20 de octubre; hoy actualizo documentación y planificación.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Explicar un ejemplo: una sucursal solicita cilindros, Bodega entrega y un técnico instala. La información debe relacionarse para revisar qué ocurrió. Fuente: 01_NEGOCIO/07_OT_DEFINICION_DANTE.md.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instalado permanece en sucursal y el retirado vuelve a Bodega. Un agregado no inventa un retiro. Autorizador y Jefatura son roles diferentes. Fuente: 01_NEGOCIO/07,08,09 y10.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pérdida de integrantes afecta capacidad y distribución de tareas. Mantengo las contribuciones históricas y debo acordar con el docente la aplicación individual de la pauta. No atribuir mala conducta ni causas personales a quienes ya no participan.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prototipo comienza con inventario vacío y permite registrar datos de revisión. El primer peso puede quedar pendiente, decisión provisional. Los registros están en memoria. Fuente: 03_CODIGO/README.md y contratos Inventario.cs.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captura corresponde a la lista vacía de OT del 20 de octubre. Demuestra una pantalla disponible, no un flujo completo aprobado. El código contiene funciones que aún requieren validación integral. Fuente: TRABAJO_TECNICO.md.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solución nueva usa Web5286 y API5181. La anterior usa5226/5141. Explicar la diferencia entre RAM, navegador y base central. Mostrar por qué reiniciar la API pierde datos. Fuente: Program.cs y TRABAJO_TECNICO.md.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 resolvió la organización en AFRISAN_NUEVO, se prepararon instrucciones de inicio y diccionario PK/FK. La integración de datos todavía necesita trabajo. Fuentes: conversación y revisión DATOS_Y_NEGOCIO.md y CAPSTONE.md.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Explicar que un problema de significado no se resuelve solo cambiando una FK. Faltan Autorizador en CHECK, técnico de OT, detalle, pareja de envases, fotos múltiples y límites. Fuente: DATOS_Y_NEGOCIO.md D01 a D08.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Son escenarios identificados mediante inspección estática, todavía sin reproducción funcional documentada. No presentarlos como pruebas ejecutadas. Explicar prioridad C03 para la demo y luego C02/C01. Fuente: revisión CODIGO.md.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Power BI sigue en alcance y aún no está conectado. El acta compromete cinco KPI, algunos necesitan ajuste al reemplazo físico. El gas instalado no demuestra emisión. La integración segura necesita permisos/licencias y HTTPS. Fuentes: acta, 11_MODULO_POWER_BI.md y https://learn.microsoft.com/en-us/power-bi/collaborate-share/service-embed-secure.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orden permite trabajar solo sin desarrollar módulos desconectados. Cada incremento debe demostrar resultados. No comprometer una fecha final que no se ha estimado. Mantener requisitos restantes de Defontana y certificados sujetos al alcance vigente. Fuente: plan actualizado.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 afirmar un porcentaje fijo de50% ni producción. Necesito evidenciar reglas, datos y resultados. Código nuevo y EVA2 siguen locales por decisión expresa, sin commits ni push. Fuentes: TRABAJO_TECNICO.md y CAPSTONE.md.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Cerrar explicando qué decisión desbloquea el trabajo: modelo alineado y un recorrido durable. Puedo responder sobre roles, API, RAM y Power BI. La continuidad de .NET8 debe revisarse por soporte10/11/2026: https://dotnet.microsoft.com/en-us/platform/support/policy. Arquitectura actual conservada.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e10b7cb49b41b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4905c5876445e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b230243f004bf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f830e73ba94e3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e059663bb84df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8bf2dc7dbd48d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F456663-8609-4DDA-81B5-BEA8D1AE34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D60927B-188C-43FD-A47E-F909A6900C6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00CFCF1-A5AE-4DF5-BD8E-A55CDC36CAF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636DB8D-58DB-45A0-A7E1-76571A1B1E5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4E2DF12-5235-4D28-9FD6-352E7C7EAE5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1F78F76-AF62-4112-8B3F-EF81856891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C10A17B-FC52-4F73-A3E4-85F073F4B85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A8730CA-5695-4309-980F-622B128E769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DEEAE97-F718-45CE-B04D-0C04C80E5D2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BE1B306-3004-4C5F-9E59-9D9087FB320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a5d495bcafb4858" /><Relationship Type="http://schemas.openxmlformats.org/officeDocument/2006/relationships/slideLayout" Target="/ppt/slideLayouts/slideLayout1.xml" Id="R6f970c989cbf46b2" /><Relationship Type="http://schemas.openxmlformats.org/officeDocument/2006/relationships/slideLayout" Target="/ppt/slideLayouts/slideLayout2.xml" Id="R6820563389724a52" /><Relationship Type="http://schemas.openxmlformats.org/officeDocument/2006/relationships/slideLayout" Target="/ppt/slideLayouts/slideLayout3.xml" Id="R7e749f5b23c2482d" /><Relationship Type="http://schemas.openxmlformats.org/officeDocument/2006/relationships/slideLayout" Target="/ppt/slideLayouts/slideLayout4.xml" Id="R7714d6cd313d45da" /><Relationship Type="http://schemas.openxmlformats.org/officeDocument/2006/relationships/slideLayout" Target="/ppt/slideLayouts/slideLayout5.xml" Id="Rd3247889e50a4228" /><Relationship Type="http://schemas.openxmlformats.org/officeDocument/2006/relationships/slideLayout" Target="/ppt/slideLayouts/slideLayout6.xml" Id="Raae7cd6bf4064d6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f970c989cbf46b2"/>
    <p:sldLayoutId xmlns:r="http://schemas.openxmlformats.org/officeDocument/2006/relationships" id="2147483650" r:id="R6820563389724a52"/>
    <p:sldLayoutId xmlns:r="http://schemas.openxmlformats.org/officeDocument/2006/relationships" id="2147483651" r:id="R7e749f5b23c2482d"/>
    <p:sldLayoutId xmlns:r="http://schemas.openxmlformats.org/officeDocument/2006/relationships" id="2147483652" r:id="R7714d6cd313d45da"/>
    <p:sldLayoutId xmlns:r="http://schemas.openxmlformats.org/officeDocument/2006/relationships" id="2147483653" r:id="Rd3247889e50a4228"/>
    <p:sldLayoutId xmlns:r="http://schemas.openxmlformats.org/officeDocument/2006/relationships" id="2147483654" r:id="Raae7cd6bf4064d6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4a17955ead0445a" /><Relationship Type="http://schemas.openxmlformats.org/officeDocument/2006/relationships/notesSlide" Target="/ppt/notesSlides/notesSlide1.xml" Id="R6925f90e170c482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6f9e7edc3994b71" /><Relationship Type="http://schemas.openxmlformats.org/officeDocument/2006/relationships/notesSlide" Target="/ppt/notesSlides/notesSlide2.xml" Id="R5305d5456b4c44b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45e368e7d1e4966" /><Relationship Type="http://schemas.openxmlformats.org/officeDocument/2006/relationships/notesSlide" Target="/ppt/notesSlides/notesSlide3.xml" Id="Rc64c8a7f65634ba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eb7e09e10cd4410" /><Relationship Type="http://schemas.openxmlformats.org/officeDocument/2006/relationships/notesSlide" Target="/ppt/notesSlides/notesSlide4.xml" Id="R974dc86bf290441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6a7486c39334f41" /><Relationship Type="http://schemas.openxmlformats.org/officeDocument/2006/relationships/notesSlide" Target="/ppt/notesSlides/notesSlide5.xml" Id="Rdc86161c02ae43a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e51effff13e4bc8" /><Relationship Type="http://schemas.openxmlformats.org/officeDocument/2006/relationships/image" Target="/ppt/media/image.jpeg" Id="R48b0d9b1827c4bef" /><Relationship Type="http://schemas.openxmlformats.org/officeDocument/2006/relationships/notesSlide" Target="/ppt/notesSlides/notesSlide6.xml" Id="R7adb0d6933f1439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651e7b4b1ba4eb7" /><Relationship Type="http://schemas.openxmlformats.org/officeDocument/2006/relationships/notesSlide" Target="/ppt/notesSlides/notesSlide7.xml" Id="Raa0560a59d8e429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8d6f0471b5b44da" /><Relationship Type="http://schemas.openxmlformats.org/officeDocument/2006/relationships/notesSlide" Target="/ppt/notesSlides/notesSlide8.xml" Id="Rf513bdfda93e414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dfbdb5cc41344ae" /><Relationship Type="http://schemas.openxmlformats.org/officeDocument/2006/relationships/notesSlide" Target="/ppt/notesSlides/notesSlide9.xml" Id="Ra4d235bfc8e54ef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ee46072c51a4491" /><Relationship Type="http://schemas.openxmlformats.org/officeDocument/2006/relationships/notesSlide" Target="/ppt/notesSlides/notesSlide10.xml" Id="R024fbf3c670e452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560762c20f0405d" /><Relationship Type="http://schemas.openxmlformats.org/officeDocument/2006/relationships/notesSlide" Target="/ppt/notesSlides/notesSlide11.xml" Id="R7e61e285e08644c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7ca1d3fd42a4191" /><Relationship Type="http://schemas.openxmlformats.org/officeDocument/2006/relationships/notesSlide" Target="/ppt/notesSlides/notesSlide12.xml" Id="R42afb17d313942e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110e9e73d9944c8" /><Relationship Type="http://schemas.openxmlformats.org/officeDocument/2006/relationships/notesSlide" Target="/ppt/notesSlides/notesSlide13.xml" Id="Re837226f3879441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52b35afb12747ec" /><Relationship Type="http://schemas.openxmlformats.org/officeDocument/2006/relationships/notesSlide" Target="/ppt/notesSlides/notesSlide14.xml" Id="Rac6ed2bcb51549e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394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7601AB-BC82-407F-B8E8-28118E621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43000"/>
            <a:ext cx="10668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800" b="1">
                <a:solidFill>
                  <a:srgbClr val="FFFFFF"/>
                </a:solidFill>
              </a:defRPr>
            </a:defPPr>
            <a:lvl1pPr>
              <a:defRPr sz="4800" b="1">
                <a:solidFill>
                  <a:srgbClr val="FFFFFF"/>
                </a:solidFill>
              </a:defRPr>
            </a:lvl1pPr>
            <a:lvl2pPr>
              <a:defRPr sz="4800" b="1">
                <a:solidFill>
                  <a:srgbClr val="FFFFFF"/>
                </a:solidFill>
              </a:defRPr>
            </a:lvl2pPr>
            <a:lvl3pPr>
              <a:defRPr sz="4800" b="1">
                <a:solidFill>
                  <a:srgbClr val="FFFFFF"/>
                </a:solidFill>
              </a:defRPr>
            </a:lvl3pPr>
            <a:lvl4pPr>
              <a:defRPr sz="4800" b="1">
                <a:solidFill>
                  <a:srgbClr val="FFFFFF"/>
                </a:solidFill>
              </a:defRPr>
            </a:lvl4pPr>
            <a:lvl5pPr>
              <a:defRPr sz="4800" b="1">
                <a:solidFill>
                  <a:srgbClr val="FFFFFF"/>
                </a:solidFill>
              </a:defRPr>
            </a:lvl5pPr>
            <a:lvl6pPr>
              <a:defRPr sz="4800" b="1">
                <a:solidFill>
                  <a:srgbClr val="FFFFFF"/>
                </a:solidFill>
              </a:defRPr>
            </a:lvl6pPr>
            <a:lvl7pPr>
              <a:defRPr sz="4800" b="1">
                <a:solidFill>
                  <a:srgbClr val="FFFFFF"/>
                </a:solidFill>
              </a:defRPr>
            </a:lvl7pPr>
            <a:lvl8pPr>
              <a:defRPr sz="4800" b="1">
                <a:solidFill>
                  <a:srgbClr val="FFFFFF"/>
                </a:solidFill>
              </a:defRPr>
            </a:lvl8pPr>
            <a:lvl9pPr>
              <a:defRPr sz="48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4800" b="1">
                <a:solidFill>
                  <a:srgbClr val="FFFFFF"/>
                </a:solidFill>
              </a:defRPr>
            </a:pPr>
            <a:r>
              <a:rPr sz="4800" b="1">
                <a:solidFill>
                  <a:srgbClr val="FFFFFF"/>
                </a:solidFill>
              </a:rPr>
              <a:t>Avance del proyecto AFRISAN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7BF1DB-5609-4413-AAE5-F3C233FC6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52750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D2E4EA"/>
                </a:solidFill>
              </a:defRPr>
            </a:defPPr>
            <a:lvl1pPr>
              <a:defRPr sz="2550" b="0">
                <a:solidFill>
                  <a:srgbClr val="D2E4EA"/>
                </a:solidFill>
              </a:defRPr>
            </a:lvl1pPr>
            <a:lvl2pPr>
              <a:defRPr sz="2550" b="0">
                <a:solidFill>
                  <a:srgbClr val="D2E4EA"/>
                </a:solidFill>
              </a:defRPr>
            </a:lvl2pPr>
            <a:lvl3pPr>
              <a:defRPr sz="2550" b="0">
                <a:solidFill>
                  <a:srgbClr val="D2E4EA"/>
                </a:solidFill>
              </a:defRPr>
            </a:lvl3pPr>
            <a:lvl4pPr>
              <a:defRPr sz="2550" b="0">
                <a:solidFill>
                  <a:srgbClr val="D2E4EA"/>
                </a:solidFill>
              </a:defRPr>
            </a:lvl4pPr>
            <a:lvl5pPr>
              <a:defRPr sz="2550" b="0">
                <a:solidFill>
                  <a:srgbClr val="D2E4EA"/>
                </a:solidFill>
              </a:defRPr>
            </a:lvl5pPr>
            <a:lvl6pPr>
              <a:defRPr sz="2550" b="0">
                <a:solidFill>
                  <a:srgbClr val="D2E4EA"/>
                </a:solidFill>
              </a:defRPr>
            </a:lvl6pPr>
            <a:lvl7pPr>
              <a:defRPr sz="2550" b="0">
                <a:solidFill>
                  <a:srgbClr val="D2E4EA"/>
                </a:solidFill>
              </a:defRPr>
            </a:lvl7pPr>
            <a:lvl8pPr>
              <a:defRPr sz="2550" b="0">
                <a:solidFill>
                  <a:srgbClr val="D2E4EA"/>
                </a:solidFill>
              </a:defRPr>
            </a:lvl8pPr>
            <a:lvl9pPr>
              <a:defRPr sz="2550" b="0">
                <a:solidFill>
                  <a:srgbClr val="D2E4EA"/>
                </a:solidFill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D2E4EA"/>
                </a:solidFill>
              </a:defRPr>
            </a:pPr>
            <a:r>
              <a:rPr sz="2550" b="0">
                <a:solidFill>
                  <a:srgbClr val="D2E4EA"/>
                </a:solidFill>
              </a:rPr>
              <a:t>Gestión y trazabilidad de refrigerantes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C502BB-EC8D-4A91-9661-E8BF43865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62375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D2E4EA"/>
                </a:solidFill>
              </a:defRPr>
            </a:defPPr>
            <a:lvl1pPr>
              <a:defRPr sz="2550" b="0">
                <a:solidFill>
                  <a:srgbClr val="D2E4EA"/>
                </a:solidFill>
              </a:defRPr>
            </a:lvl1pPr>
            <a:lvl2pPr>
              <a:defRPr sz="2550" b="0">
                <a:solidFill>
                  <a:srgbClr val="D2E4EA"/>
                </a:solidFill>
              </a:defRPr>
            </a:lvl2pPr>
            <a:lvl3pPr>
              <a:defRPr sz="2550" b="0">
                <a:solidFill>
                  <a:srgbClr val="D2E4EA"/>
                </a:solidFill>
              </a:defRPr>
            </a:lvl3pPr>
            <a:lvl4pPr>
              <a:defRPr sz="2550" b="0">
                <a:solidFill>
                  <a:srgbClr val="D2E4EA"/>
                </a:solidFill>
              </a:defRPr>
            </a:lvl4pPr>
            <a:lvl5pPr>
              <a:defRPr sz="2550" b="0">
                <a:solidFill>
                  <a:srgbClr val="D2E4EA"/>
                </a:solidFill>
              </a:defRPr>
            </a:lvl5pPr>
            <a:lvl6pPr>
              <a:defRPr sz="2550" b="0">
                <a:solidFill>
                  <a:srgbClr val="D2E4EA"/>
                </a:solidFill>
              </a:defRPr>
            </a:lvl6pPr>
            <a:lvl7pPr>
              <a:defRPr sz="2550" b="0">
                <a:solidFill>
                  <a:srgbClr val="D2E4EA"/>
                </a:solidFill>
              </a:defRPr>
            </a:lvl7pPr>
            <a:lvl8pPr>
              <a:defRPr sz="2550" b="0">
                <a:solidFill>
                  <a:srgbClr val="D2E4EA"/>
                </a:solidFill>
              </a:defRPr>
            </a:lvl8pPr>
            <a:lvl9pPr>
              <a:defRPr sz="2550" b="0">
                <a:solidFill>
                  <a:srgbClr val="D2E4EA"/>
                </a:solidFill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D2E4EA"/>
                </a:solidFill>
              </a:defRPr>
            </a:pPr>
            <a:r>
              <a:rPr sz="2550" b="0">
                <a:solidFill>
                  <a:srgbClr val="D2E4EA"/>
                </a:solidFill>
              </a:rPr>
              <a:t>Dante Moya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8008D1-AF96-4456-BF9C-40964B4EE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0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D2E4EA"/>
                </a:solidFill>
              </a:defRPr>
            </a:defPPr>
            <a:lvl1pPr>
              <a:defRPr sz="2550" b="0">
                <a:solidFill>
                  <a:srgbClr val="D2E4EA"/>
                </a:solidFill>
              </a:defRPr>
            </a:lvl1pPr>
            <a:lvl2pPr>
              <a:defRPr sz="2550" b="0">
                <a:solidFill>
                  <a:srgbClr val="D2E4EA"/>
                </a:solidFill>
              </a:defRPr>
            </a:lvl2pPr>
            <a:lvl3pPr>
              <a:defRPr sz="2550" b="0">
                <a:solidFill>
                  <a:srgbClr val="D2E4EA"/>
                </a:solidFill>
              </a:defRPr>
            </a:lvl3pPr>
            <a:lvl4pPr>
              <a:defRPr sz="2550" b="0">
                <a:solidFill>
                  <a:srgbClr val="D2E4EA"/>
                </a:solidFill>
              </a:defRPr>
            </a:lvl4pPr>
            <a:lvl5pPr>
              <a:defRPr sz="2550" b="0">
                <a:solidFill>
                  <a:srgbClr val="D2E4EA"/>
                </a:solidFill>
              </a:defRPr>
            </a:lvl5pPr>
            <a:lvl6pPr>
              <a:defRPr sz="2550" b="0">
                <a:solidFill>
                  <a:srgbClr val="D2E4EA"/>
                </a:solidFill>
              </a:defRPr>
            </a:lvl6pPr>
            <a:lvl7pPr>
              <a:defRPr sz="2550" b="0">
                <a:solidFill>
                  <a:srgbClr val="D2E4EA"/>
                </a:solidFill>
              </a:defRPr>
            </a:lvl7pPr>
            <a:lvl8pPr>
              <a:defRPr sz="2550" b="0">
                <a:solidFill>
                  <a:srgbClr val="D2E4EA"/>
                </a:solidFill>
              </a:defRPr>
            </a:lvl8pPr>
            <a:lvl9pPr>
              <a:defRPr sz="2550" b="0">
                <a:solidFill>
                  <a:srgbClr val="D2E4EA"/>
                </a:solidFill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D2E4EA"/>
                </a:solidFill>
              </a:defRPr>
            </a:pPr>
            <a:r>
              <a:rPr sz="2550" b="0">
                <a:solidFill>
                  <a:srgbClr val="D2E4EA"/>
                </a:solidFill>
              </a:rPr>
              <a:t>Capstone · 22 de octubre de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6D78F6-627D-4823-94DE-AE7BDBA51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353175"/>
            <a:ext cx="857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D2E4EA"/>
                </a:solidFill>
              </a:defRPr>
            </a:defPPr>
            <a:lvl1pPr>
              <a:defRPr sz="1275" b="0">
                <a:solidFill>
                  <a:srgbClr val="D2E4EA"/>
                </a:solidFill>
              </a:defRPr>
            </a:lvl1pPr>
            <a:lvl2pPr>
              <a:defRPr sz="1275" b="0">
                <a:solidFill>
                  <a:srgbClr val="D2E4EA"/>
                </a:solidFill>
              </a:defRPr>
            </a:lvl2pPr>
            <a:lvl3pPr>
              <a:defRPr sz="1275" b="0">
                <a:solidFill>
                  <a:srgbClr val="D2E4EA"/>
                </a:solidFill>
              </a:defRPr>
            </a:lvl3pPr>
            <a:lvl4pPr>
              <a:defRPr sz="1275" b="0">
                <a:solidFill>
                  <a:srgbClr val="D2E4EA"/>
                </a:solidFill>
              </a:defRPr>
            </a:lvl4pPr>
            <a:lvl5pPr>
              <a:defRPr sz="1275" b="0">
                <a:solidFill>
                  <a:srgbClr val="D2E4EA"/>
                </a:solidFill>
              </a:defRPr>
            </a:lvl5pPr>
            <a:lvl6pPr>
              <a:defRPr sz="1275" b="0">
                <a:solidFill>
                  <a:srgbClr val="D2E4EA"/>
                </a:solidFill>
              </a:defRPr>
            </a:lvl6pPr>
            <a:lvl7pPr>
              <a:defRPr sz="1275" b="0">
                <a:solidFill>
                  <a:srgbClr val="D2E4EA"/>
                </a:solidFill>
              </a:defRPr>
            </a:lvl7pPr>
            <a:lvl8pPr>
              <a:defRPr sz="1275" b="0">
                <a:solidFill>
                  <a:srgbClr val="D2E4EA"/>
                </a:solidFill>
              </a:defRPr>
            </a:lvl8pPr>
            <a:lvl9pPr>
              <a:defRPr sz="1275" b="0">
                <a:solidFill>
                  <a:srgbClr val="D2E4EA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D2E4EA"/>
                </a:solidFill>
              </a:defRPr>
            </a:pPr>
            <a:r>
              <a:rPr sz="1275" b="0">
                <a:solidFill>
                  <a:srgbClr val="D2E4EA"/>
                </a:solidFill>
              </a:rPr>
              <a:t>1 / 14</a:t>
            </a:r>
          </a:p>
        </p:txBody>
      </p:sp>
    </p:spTree>
    <p:extLst>
      <p:ext uri="{BB962C8B-B14F-4D97-AF65-F5344CB8AC3E}">
        <p14:creationId xmlns:p14="http://schemas.microsoft.com/office/powerpoint/2010/main" val="156448935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B4876E-32F9-403A-B242-A9ED98973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7394B"/>
                </a:solidFill>
              </a:defRPr>
            </a:defPPr>
            <a:lvl1pPr>
              <a:defRPr sz="3450" b="1">
                <a:solidFill>
                  <a:srgbClr val="17394B"/>
                </a:solidFill>
              </a:defRPr>
            </a:lvl1pPr>
            <a:lvl2pPr>
              <a:defRPr sz="3450" b="1">
                <a:solidFill>
                  <a:srgbClr val="17394B"/>
                </a:solidFill>
              </a:defRPr>
            </a:lvl2pPr>
            <a:lvl3pPr>
              <a:defRPr sz="3450" b="1">
                <a:solidFill>
                  <a:srgbClr val="17394B"/>
                </a:solidFill>
              </a:defRPr>
            </a:lvl3pPr>
            <a:lvl4pPr>
              <a:defRPr sz="3450" b="1">
                <a:solidFill>
                  <a:srgbClr val="17394B"/>
                </a:solidFill>
              </a:defRPr>
            </a:lvl4pPr>
            <a:lvl5pPr>
              <a:defRPr sz="3450" b="1">
                <a:solidFill>
                  <a:srgbClr val="17394B"/>
                </a:solidFill>
              </a:defRPr>
            </a:lvl5pPr>
            <a:lvl6pPr>
              <a:defRPr sz="3450" b="1">
                <a:solidFill>
                  <a:srgbClr val="17394B"/>
                </a:solidFill>
              </a:defRPr>
            </a:lvl6pPr>
            <a:lvl7pPr>
              <a:defRPr sz="3450" b="1">
                <a:solidFill>
                  <a:srgbClr val="17394B"/>
                </a:solidFill>
              </a:defRPr>
            </a:lvl7pPr>
            <a:lvl8pPr>
              <a:defRPr sz="3450" b="1">
                <a:solidFill>
                  <a:srgbClr val="17394B"/>
                </a:solidFill>
              </a:defRPr>
            </a:lvl8pPr>
            <a:lvl9pPr>
              <a:defRPr sz="3450" b="1">
                <a:solidFill>
                  <a:srgbClr val="17394B"/>
                </a:solidFill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7394B"/>
                </a:solidFill>
              </a:defRPr>
            </a:pPr>
            <a:r>
              <a:rPr sz="3450" b="1">
                <a:solidFill>
                  <a:srgbClr val="17394B"/>
                </a:solidFill>
              </a:rPr>
              <a:t>Necesidad del cliente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48167B-ADD1-48B4-9912-91BF1CE3C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253F4A"/>
                </a:solidFill>
              </a:defRPr>
            </a:defPPr>
            <a:lvl1pPr>
              <a:defRPr sz="2400" b="0">
                <a:solidFill>
                  <a:srgbClr val="253F4A"/>
                </a:solidFill>
              </a:defRPr>
            </a:lvl1pPr>
            <a:lvl2pPr>
              <a:defRPr sz="2400" b="0">
                <a:solidFill>
                  <a:srgbClr val="253F4A"/>
                </a:solidFill>
              </a:defRPr>
            </a:lvl2pPr>
            <a:lvl3pPr>
              <a:defRPr sz="2400" b="0">
                <a:solidFill>
                  <a:srgbClr val="253F4A"/>
                </a:solidFill>
              </a:defRPr>
            </a:lvl3pPr>
            <a:lvl4pPr>
              <a:defRPr sz="2400" b="0">
                <a:solidFill>
                  <a:srgbClr val="253F4A"/>
                </a:solidFill>
              </a:defRPr>
            </a:lvl4pPr>
            <a:lvl5pPr>
              <a:defRPr sz="2400" b="0">
                <a:solidFill>
                  <a:srgbClr val="253F4A"/>
                </a:solidFill>
              </a:defRPr>
            </a:lvl5pPr>
            <a:lvl6pPr>
              <a:defRPr sz="2400" b="0">
                <a:solidFill>
                  <a:srgbClr val="253F4A"/>
                </a:solidFill>
              </a:defRPr>
            </a:lvl6pPr>
            <a:lvl7pPr>
              <a:defRPr sz="2400" b="0">
                <a:solidFill>
                  <a:srgbClr val="253F4A"/>
                </a:solidFill>
              </a:defRPr>
            </a:lvl7pPr>
            <a:lvl8pPr>
              <a:defRPr sz="2400" b="0">
                <a:solidFill>
                  <a:srgbClr val="253F4A"/>
                </a:solidFill>
              </a:defRPr>
            </a:lvl8pPr>
            <a:lvl9pPr>
              <a:defRPr sz="2400" b="0">
                <a:solidFill>
                  <a:srgbClr val="253F4A"/>
                </a:solidFill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53F4A"/>
                </a:solidFill>
              </a:defRPr>
            </a:pPr>
            <a:r>
              <a:rPr sz="2400" b="0">
                <a:solidFill>
                  <a:srgbClr val="253F4A"/>
                </a:solidFill>
              </a:rPr>
              <a:t>Identificar cada cilindro y su refrigerante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BF20EA-B7CE-4F41-882A-FC93DFF73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33700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253F4A"/>
                </a:solidFill>
              </a:defRPr>
            </a:defPPr>
            <a:lvl1pPr>
              <a:defRPr sz="2400" b="0">
                <a:solidFill>
                  <a:srgbClr val="253F4A"/>
                </a:solidFill>
              </a:defRPr>
            </a:lvl1pPr>
            <a:lvl2pPr>
              <a:defRPr sz="2400" b="0">
                <a:solidFill>
                  <a:srgbClr val="253F4A"/>
                </a:solidFill>
              </a:defRPr>
            </a:lvl2pPr>
            <a:lvl3pPr>
              <a:defRPr sz="2400" b="0">
                <a:solidFill>
                  <a:srgbClr val="253F4A"/>
                </a:solidFill>
              </a:defRPr>
            </a:lvl3pPr>
            <a:lvl4pPr>
              <a:defRPr sz="2400" b="0">
                <a:solidFill>
                  <a:srgbClr val="253F4A"/>
                </a:solidFill>
              </a:defRPr>
            </a:lvl4pPr>
            <a:lvl5pPr>
              <a:defRPr sz="2400" b="0">
                <a:solidFill>
                  <a:srgbClr val="253F4A"/>
                </a:solidFill>
              </a:defRPr>
            </a:lvl5pPr>
            <a:lvl6pPr>
              <a:defRPr sz="2400" b="0">
                <a:solidFill>
                  <a:srgbClr val="253F4A"/>
                </a:solidFill>
              </a:defRPr>
            </a:lvl6pPr>
            <a:lvl7pPr>
              <a:defRPr sz="2400" b="0">
                <a:solidFill>
                  <a:srgbClr val="253F4A"/>
                </a:solidFill>
              </a:defRPr>
            </a:lvl7pPr>
            <a:lvl8pPr>
              <a:defRPr sz="2400" b="0">
                <a:solidFill>
                  <a:srgbClr val="253F4A"/>
                </a:solidFill>
              </a:defRPr>
            </a:lvl8pPr>
            <a:lvl9pPr>
              <a:defRPr sz="2400" b="0">
                <a:solidFill>
                  <a:srgbClr val="253F4A"/>
                </a:solidFill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53F4A"/>
                </a:solidFill>
              </a:defRPr>
            </a:pPr>
            <a:r>
              <a:rPr sz="2400" b="0">
                <a:solidFill>
                  <a:srgbClr val="253F4A"/>
                </a:solidFill>
              </a:rPr>
              <a:t>Conocer ubicación, peso y responsable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182AAD-E408-4395-ACA1-82A4ADBBB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71900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253F4A"/>
                </a:solidFill>
              </a:defRPr>
            </a:defPPr>
            <a:lvl1pPr>
              <a:defRPr sz="2400" b="0">
                <a:solidFill>
                  <a:srgbClr val="253F4A"/>
                </a:solidFill>
              </a:defRPr>
            </a:lvl1pPr>
            <a:lvl2pPr>
              <a:defRPr sz="2400" b="0">
                <a:solidFill>
                  <a:srgbClr val="253F4A"/>
                </a:solidFill>
              </a:defRPr>
            </a:lvl2pPr>
            <a:lvl3pPr>
              <a:defRPr sz="2400" b="0">
                <a:solidFill>
                  <a:srgbClr val="253F4A"/>
                </a:solidFill>
              </a:defRPr>
            </a:lvl3pPr>
            <a:lvl4pPr>
              <a:defRPr sz="2400" b="0">
                <a:solidFill>
                  <a:srgbClr val="253F4A"/>
                </a:solidFill>
              </a:defRPr>
            </a:lvl4pPr>
            <a:lvl5pPr>
              <a:defRPr sz="2400" b="0">
                <a:solidFill>
                  <a:srgbClr val="253F4A"/>
                </a:solidFill>
              </a:defRPr>
            </a:lvl5pPr>
            <a:lvl6pPr>
              <a:defRPr sz="2400" b="0">
                <a:solidFill>
                  <a:srgbClr val="253F4A"/>
                </a:solidFill>
              </a:defRPr>
            </a:lvl6pPr>
            <a:lvl7pPr>
              <a:defRPr sz="2400" b="0">
                <a:solidFill>
                  <a:srgbClr val="253F4A"/>
                </a:solidFill>
              </a:defRPr>
            </a:lvl7pPr>
            <a:lvl8pPr>
              <a:defRPr sz="2400" b="0">
                <a:solidFill>
                  <a:srgbClr val="253F4A"/>
                </a:solidFill>
              </a:defRPr>
            </a:lvl8pPr>
            <a:lvl9pPr>
              <a:defRPr sz="2400" b="0">
                <a:solidFill>
                  <a:srgbClr val="253F4A"/>
                </a:solidFill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53F4A"/>
                </a:solidFill>
              </a:defRPr>
            </a:pPr>
            <a:r>
              <a:rPr sz="2400" b="0">
                <a:solidFill>
                  <a:srgbClr val="253F4A"/>
                </a:solidFill>
              </a:rPr>
              <a:t>Respaldar entregas y reemplazos con evidencia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8753A4-82C4-46D1-B900-36B8BC79C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10100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253F4A"/>
                </a:solidFill>
              </a:defRPr>
            </a:defPPr>
            <a:lvl1pPr>
              <a:defRPr sz="2400" b="0">
                <a:solidFill>
                  <a:srgbClr val="253F4A"/>
                </a:solidFill>
              </a:defRPr>
            </a:lvl1pPr>
            <a:lvl2pPr>
              <a:defRPr sz="2400" b="0">
                <a:solidFill>
                  <a:srgbClr val="253F4A"/>
                </a:solidFill>
              </a:defRPr>
            </a:lvl2pPr>
            <a:lvl3pPr>
              <a:defRPr sz="2400" b="0">
                <a:solidFill>
                  <a:srgbClr val="253F4A"/>
                </a:solidFill>
              </a:defRPr>
            </a:lvl3pPr>
            <a:lvl4pPr>
              <a:defRPr sz="2400" b="0">
                <a:solidFill>
                  <a:srgbClr val="253F4A"/>
                </a:solidFill>
              </a:defRPr>
            </a:lvl4pPr>
            <a:lvl5pPr>
              <a:defRPr sz="2400" b="0">
                <a:solidFill>
                  <a:srgbClr val="253F4A"/>
                </a:solidFill>
              </a:defRPr>
            </a:lvl5pPr>
            <a:lvl6pPr>
              <a:defRPr sz="2400" b="0">
                <a:solidFill>
                  <a:srgbClr val="253F4A"/>
                </a:solidFill>
              </a:defRPr>
            </a:lvl6pPr>
            <a:lvl7pPr>
              <a:defRPr sz="2400" b="0">
                <a:solidFill>
                  <a:srgbClr val="253F4A"/>
                </a:solidFill>
              </a:defRPr>
            </a:lvl7pPr>
            <a:lvl8pPr>
              <a:defRPr sz="2400" b="0">
                <a:solidFill>
                  <a:srgbClr val="253F4A"/>
                </a:solidFill>
              </a:defRPr>
            </a:lvl8pPr>
            <a:lvl9pPr>
              <a:defRPr sz="2400" b="0">
                <a:solidFill>
                  <a:srgbClr val="253F4A"/>
                </a:solidFill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53F4A"/>
                </a:solidFill>
              </a:defRPr>
            </a:pPr>
            <a:r>
              <a:rPr sz="2400" b="0">
                <a:solidFill>
                  <a:srgbClr val="253F4A"/>
                </a:solidFill>
              </a:rPr>
              <a:t>Revisar kilos por sucursal y autorizaciones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E54B20-86F3-4A36-A933-7759F4856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353175"/>
            <a:ext cx="857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36775"/>
                </a:solidFill>
              </a:defRPr>
            </a:defPPr>
            <a:lvl1pPr>
              <a:defRPr sz="1275" b="0">
                <a:solidFill>
                  <a:srgbClr val="536775"/>
                </a:solidFill>
              </a:defRPr>
            </a:lvl1pPr>
            <a:lvl2pPr>
              <a:defRPr sz="1275" b="0">
                <a:solidFill>
                  <a:srgbClr val="536775"/>
                </a:solidFill>
              </a:defRPr>
            </a:lvl2pPr>
            <a:lvl3pPr>
              <a:defRPr sz="1275" b="0">
                <a:solidFill>
                  <a:srgbClr val="536775"/>
                </a:solidFill>
              </a:defRPr>
            </a:lvl3pPr>
            <a:lvl4pPr>
              <a:defRPr sz="1275" b="0">
                <a:solidFill>
                  <a:srgbClr val="536775"/>
                </a:solidFill>
              </a:defRPr>
            </a:lvl4pPr>
            <a:lvl5pPr>
              <a:defRPr sz="1275" b="0">
                <a:solidFill>
                  <a:srgbClr val="536775"/>
                </a:solidFill>
              </a:defRPr>
            </a:lvl5pPr>
            <a:lvl6pPr>
              <a:defRPr sz="1275" b="0">
                <a:solidFill>
                  <a:srgbClr val="536775"/>
                </a:solidFill>
              </a:defRPr>
            </a:lvl6pPr>
            <a:lvl7pPr>
              <a:defRPr sz="1275" b="0">
                <a:solidFill>
                  <a:srgbClr val="536775"/>
                </a:solidFill>
              </a:defRPr>
            </a:lvl7pPr>
            <a:lvl8pPr>
              <a:defRPr sz="1275" b="0">
                <a:solidFill>
                  <a:srgbClr val="536775"/>
                </a:solidFill>
              </a:defRPr>
            </a:lvl8pPr>
            <a:lvl9pPr>
              <a:defRPr sz="1275" b="0">
                <a:solidFill>
                  <a:srgbClr val="536775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36775"/>
                </a:solidFill>
              </a:defRPr>
            </a:pPr>
            <a:r>
              <a:rPr sz="1275" b="0">
                <a:solidFill>
                  <a:srgbClr val="536775"/>
                </a:solidFill>
              </a:rPr>
              <a:t>2 / 14</a:t>
            </a:r>
          </a:p>
        </p:txBody>
      </p:sp>
    </p:spTree>
    <p:extLst>
      <p:ext uri="{BB962C8B-B14F-4D97-AF65-F5344CB8AC3E}">
        <p14:creationId xmlns:p14="http://schemas.microsoft.com/office/powerpoint/2010/main" val="138228891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233844-CA6C-4BC3-BEE6-0D2957E46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7394B"/>
                </a:solidFill>
              </a:defRPr>
            </a:defPPr>
            <a:lvl1pPr>
              <a:defRPr sz="3450" b="1">
                <a:solidFill>
                  <a:srgbClr val="17394B"/>
                </a:solidFill>
              </a:defRPr>
            </a:lvl1pPr>
            <a:lvl2pPr>
              <a:defRPr sz="3450" b="1">
                <a:solidFill>
                  <a:srgbClr val="17394B"/>
                </a:solidFill>
              </a:defRPr>
            </a:lvl2pPr>
            <a:lvl3pPr>
              <a:defRPr sz="3450" b="1">
                <a:solidFill>
                  <a:srgbClr val="17394B"/>
                </a:solidFill>
              </a:defRPr>
            </a:lvl3pPr>
            <a:lvl4pPr>
              <a:defRPr sz="3450" b="1">
                <a:solidFill>
                  <a:srgbClr val="17394B"/>
                </a:solidFill>
              </a:defRPr>
            </a:lvl4pPr>
            <a:lvl5pPr>
              <a:defRPr sz="3450" b="1">
                <a:solidFill>
                  <a:srgbClr val="17394B"/>
                </a:solidFill>
              </a:defRPr>
            </a:lvl5pPr>
            <a:lvl6pPr>
              <a:defRPr sz="3450" b="1">
                <a:solidFill>
                  <a:srgbClr val="17394B"/>
                </a:solidFill>
              </a:defRPr>
            </a:lvl6pPr>
            <a:lvl7pPr>
              <a:defRPr sz="3450" b="1">
                <a:solidFill>
                  <a:srgbClr val="17394B"/>
                </a:solidFill>
              </a:defRPr>
            </a:lvl7pPr>
            <a:lvl8pPr>
              <a:defRPr sz="3450" b="1">
                <a:solidFill>
                  <a:srgbClr val="17394B"/>
                </a:solidFill>
              </a:defRPr>
            </a:lvl8pPr>
            <a:lvl9pPr>
              <a:defRPr sz="3450" b="1">
                <a:solidFill>
                  <a:srgbClr val="17394B"/>
                </a:solidFill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7394B"/>
                </a:solidFill>
              </a:defRPr>
            </a:pPr>
            <a:r>
              <a:rPr sz="3450" b="1">
                <a:solidFill>
                  <a:srgbClr val="17394B"/>
                </a:solidFill>
              </a:rPr>
              <a:t>Proceso de la orden de trabajo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FBB079-43FB-4ACE-BD57-CA3BB9377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253F4A"/>
                </a:solidFill>
              </a:defRPr>
            </a:defPPr>
            <a:lvl1pPr>
              <a:defRPr sz="2400" b="0">
                <a:solidFill>
                  <a:srgbClr val="253F4A"/>
                </a:solidFill>
              </a:defRPr>
            </a:lvl1pPr>
            <a:lvl2pPr>
              <a:defRPr sz="2400" b="0">
                <a:solidFill>
                  <a:srgbClr val="253F4A"/>
                </a:solidFill>
              </a:defRPr>
            </a:lvl2pPr>
            <a:lvl3pPr>
              <a:defRPr sz="2400" b="0">
                <a:solidFill>
                  <a:srgbClr val="253F4A"/>
                </a:solidFill>
              </a:defRPr>
            </a:lvl3pPr>
            <a:lvl4pPr>
              <a:defRPr sz="2400" b="0">
                <a:solidFill>
                  <a:srgbClr val="253F4A"/>
                </a:solidFill>
              </a:defRPr>
            </a:lvl4pPr>
            <a:lvl5pPr>
              <a:defRPr sz="2400" b="0">
                <a:solidFill>
                  <a:srgbClr val="253F4A"/>
                </a:solidFill>
              </a:defRPr>
            </a:lvl5pPr>
            <a:lvl6pPr>
              <a:defRPr sz="2400" b="0">
                <a:solidFill>
                  <a:srgbClr val="253F4A"/>
                </a:solidFill>
              </a:defRPr>
            </a:lvl6pPr>
            <a:lvl7pPr>
              <a:defRPr sz="2400" b="0">
                <a:solidFill>
                  <a:srgbClr val="253F4A"/>
                </a:solidFill>
              </a:defRPr>
            </a:lvl7pPr>
            <a:lvl8pPr>
              <a:defRPr sz="2400" b="0">
                <a:solidFill>
                  <a:srgbClr val="253F4A"/>
                </a:solidFill>
              </a:defRPr>
            </a:lvl8pPr>
            <a:lvl9pPr>
              <a:defRPr sz="2400" b="0">
                <a:solidFill>
                  <a:srgbClr val="253F4A"/>
                </a:solidFill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53F4A"/>
                </a:solidFill>
              </a:defRPr>
            </a:pPr>
            <a:r>
              <a:rPr sz="2400" b="0">
                <a:solidFill>
                  <a:srgbClr val="253F4A"/>
                </a:solidFill>
              </a:rPr>
              <a:t>1  Solicitud y autorización con técnico asignado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3D6DFD-97D4-464B-B0D5-1950CA0F6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33700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253F4A"/>
                </a:solidFill>
              </a:defRPr>
            </a:defPPr>
            <a:lvl1pPr>
              <a:defRPr sz="2400" b="0">
                <a:solidFill>
                  <a:srgbClr val="253F4A"/>
                </a:solidFill>
              </a:defRPr>
            </a:lvl1pPr>
            <a:lvl2pPr>
              <a:defRPr sz="2400" b="0">
                <a:solidFill>
                  <a:srgbClr val="253F4A"/>
                </a:solidFill>
              </a:defRPr>
            </a:lvl2pPr>
            <a:lvl3pPr>
              <a:defRPr sz="2400" b="0">
                <a:solidFill>
                  <a:srgbClr val="253F4A"/>
                </a:solidFill>
              </a:defRPr>
            </a:lvl3pPr>
            <a:lvl4pPr>
              <a:defRPr sz="2400" b="0">
                <a:solidFill>
                  <a:srgbClr val="253F4A"/>
                </a:solidFill>
              </a:defRPr>
            </a:lvl4pPr>
            <a:lvl5pPr>
              <a:defRPr sz="2400" b="0">
                <a:solidFill>
                  <a:srgbClr val="253F4A"/>
                </a:solidFill>
              </a:defRPr>
            </a:lvl5pPr>
            <a:lvl6pPr>
              <a:defRPr sz="2400" b="0">
                <a:solidFill>
                  <a:srgbClr val="253F4A"/>
                </a:solidFill>
              </a:defRPr>
            </a:lvl6pPr>
            <a:lvl7pPr>
              <a:defRPr sz="2400" b="0">
                <a:solidFill>
                  <a:srgbClr val="253F4A"/>
                </a:solidFill>
              </a:defRPr>
            </a:lvl7pPr>
            <a:lvl8pPr>
              <a:defRPr sz="2400" b="0">
                <a:solidFill>
                  <a:srgbClr val="253F4A"/>
                </a:solidFill>
              </a:defRPr>
            </a:lvl8pPr>
            <a:lvl9pPr>
              <a:defRPr sz="2400" b="0">
                <a:solidFill>
                  <a:srgbClr val="253F4A"/>
                </a:solidFill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53F4A"/>
                </a:solidFill>
              </a:defRPr>
            </a:pPr>
            <a:r>
              <a:rPr sz="2400" b="0">
                <a:solidFill>
                  <a:srgbClr val="253F4A"/>
                </a:solidFill>
              </a:rPr>
              <a:t>2  Entrega de Bodega y reemplazo en sucursal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0FC927-DB45-4D28-BFE2-C33FDADB4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71900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253F4A"/>
                </a:solidFill>
              </a:defRPr>
            </a:defPPr>
            <a:lvl1pPr>
              <a:defRPr sz="2400" b="0">
                <a:solidFill>
                  <a:srgbClr val="253F4A"/>
                </a:solidFill>
              </a:defRPr>
            </a:lvl1pPr>
            <a:lvl2pPr>
              <a:defRPr sz="2400" b="0">
                <a:solidFill>
                  <a:srgbClr val="253F4A"/>
                </a:solidFill>
              </a:defRPr>
            </a:lvl2pPr>
            <a:lvl3pPr>
              <a:defRPr sz="2400" b="0">
                <a:solidFill>
                  <a:srgbClr val="253F4A"/>
                </a:solidFill>
              </a:defRPr>
            </a:lvl3pPr>
            <a:lvl4pPr>
              <a:defRPr sz="2400" b="0">
                <a:solidFill>
                  <a:srgbClr val="253F4A"/>
                </a:solidFill>
              </a:defRPr>
            </a:lvl4pPr>
            <a:lvl5pPr>
              <a:defRPr sz="2400" b="0">
                <a:solidFill>
                  <a:srgbClr val="253F4A"/>
                </a:solidFill>
              </a:defRPr>
            </a:lvl5pPr>
            <a:lvl6pPr>
              <a:defRPr sz="2400" b="0">
                <a:solidFill>
                  <a:srgbClr val="253F4A"/>
                </a:solidFill>
              </a:defRPr>
            </a:lvl6pPr>
            <a:lvl7pPr>
              <a:defRPr sz="2400" b="0">
                <a:solidFill>
                  <a:srgbClr val="253F4A"/>
                </a:solidFill>
              </a:defRPr>
            </a:lvl7pPr>
            <a:lvl8pPr>
              <a:defRPr sz="2400" b="0">
                <a:solidFill>
                  <a:srgbClr val="253F4A"/>
                </a:solidFill>
              </a:defRPr>
            </a:lvl8pPr>
            <a:lvl9pPr>
              <a:defRPr sz="2400" b="0">
                <a:solidFill>
                  <a:srgbClr val="253F4A"/>
                </a:solidFill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53F4A"/>
                </a:solidFill>
              </a:defRPr>
            </a:pPr>
            <a:r>
              <a:rPr sz="2400" b="0">
                <a:solidFill>
                  <a:srgbClr val="253F4A"/>
                </a:solidFill>
              </a:rPr>
              <a:t>3  Pesajes y fotos del retirado y del instalado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346DD8-7966-4055-8279-62CAA8A42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10100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253F4A"/>
                </a:solidFill>
              </a:defRPr>
            </a:defPPr>
            <a:lvl1pPr>
              <a:defRPr sz="2400" b="0">
                <a:solidFill>
                  <a:srgbClr val="253F4A"/>
                </a:solidFill>
              </a:defRPr>
            </a:lvl1pPr>
            <a:lvl2pPr>
              <a:defRPr sz="2400" b="0">
                <a:solidFill>
                  <a:srgbClr val="253F4A"/>
                </a:solidFill>
              </a:defRPr>
            </a:lvl2pPr>
            <a:lvl3pPr>
              <a:defRPr sz="2400" b="0">
                <a:solidFill>
                  <a:srgbClr val="253F4A"/>
                </a:solidFill>
              </a:defRPr>
            </a:lvl3pPr>
            <a:lvl4pPr>
              <a:defRPr sz="2400" b="0">
                <a:solidFill>
                  <a:srgbClr val="253F4A"/>
                </a:solidFill>
              </a:defRPr>
            </a:lvl4pPr>
            <a:lvl5pPr>
              <a:defRPr sz="2400" b="0">
                <a:solidFill>
                  <a:srgbClr val="253F4A"/>
                </a:solidFill>
              </a:defRPr>
            </a:lvl5pPr>
            <a:lvl6pPr>
              <a:defRPr sz="2400" b="0">
                <a:solidFill>
                  <a:srgbClr val="253F4A"/>
                </a:solidFill>
              </a:defRPr>
            </a:lvl6pPr>
            <a:lvl7pPr>
              <a:defRPr sz="2400" b="0">
                <a:solidFill>
                  <a:srgbClr val="253F4A"/>
                </a:solidFill>
              </a:defRPr>
            </a:lvl7pPr>
            <a:lvl8pPr>
              <a:defRPr sz="2400" b="0">
                <a:solidFill>
                  <a:srgbClr val="253F4A"/>
                </a:solidFill>
              </a:defRPr>
            </a:lvl8pPr>
            <a:lvl9pPr>
              <a:defRPr sz="2400" b="0">
                <a:solidFill>
                  <a:srgbClr val="253F4A"/>
                </a:solidFill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53F4A"/>
                </a:solidFill>
              </a:defRPr>
            </a:pPr>
            <a:r>
              <a:rPr sz="2400" b="0">
                <a:solidFill>
                  <a:srgbClr val="253F4A"/>
                </a:solidFill>
              </a:rPr>
              <a:t>4  Recepción de Bodega y revisión para cierre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CDB17A-176D-4CAA-851A-3144F522A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353175"/>
            <a:ext cx="857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36775"/>
                </a:solidFill>
              </a:defRPr>
            </a:defPPr>
            <a:lvl1pPr>
              <a:defRPr sz="1275" b="0">
                <a:solidFill>
                  <a:srgbClr val="536775"/>
                </a:solidFill>
              </a:defRPr>
            </a:lvl1pPr>
            <a:lvl2pPr>
              <a:defRPr sz="1275" b="0">
                <a:solidFill>
                  <a:srgbClr val="536775"/>
                </a:solidFill>
              </a:defRPr>
            </a:lvl2pPr>
            <a:lvl3pPr>
              <a:defRPr sz="1275" b="0">
                <a:solidFill>
                  <a:srgbClr val="536775"/>
                </a:solidFill>
              </a:defRPr>
            </a:lvl3pPr>
            <a:lvl4pPr>
              <a:defRPr sz="1275" b="0">
                <a:solidFill>
                  <a:srgbClr val="536775"/>
                </a:solidFill>
              </a:defRPr>
            </a:lvl4pPr>
            <a:lvl5pPr>
              <a:defRPr sz="1275" b="0">
                <a:solidFill>
                  <a:srgbClr val="536775"/>
                </a:solidFill>
              </a:defRPr>
            </a:lvl5pPr>
            <a:lvl6pPr>
              <a:defRPr sz="1275" b="0">
                <a:solidFill>
                  <a:srgbClr val="536775"/>
                </a:solidFill>
              </a:defRPr>
            </a:lvl6pPr>
            <a:lvl7pPr>
              <a:defRPr sz="1275" b="0">
                <a:solidFill>
                  <a:srgbClr val="536775"/>
                </a:solidFill>
              </a:defRPr>
            </a:lvl7pPr>
            <a:lvl8pPr>
              <a:defRPr sz="1275" b="0">
                <a:solidFill>
                  <a:srgbClr val="536775"/>
                </a:solidFill>
              </a:defRPr>
            </a:lvl8pPr>
            <a:lvl9pPr>
              <a:defRPr sz="1275" b="0">
                <a:solidFill>
                  <a:srgbClr val="536775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36775"/>
                </a:solidFill>
              </a:defRPr>
            </a:pPr>
            <a:r>
              <a:rPr sz="1275" b="0">
                <a:solidFill>
                  <a:srgbClr val="536775"/>
                </a:solidFill>
              </a:rPr>
              <a:t>3 / 14</a:t>
            </a:r>
          </a:p>
        </p:txBody>
      </p:sp>
    </p:spTree>
    <p:extLst>
      <p:ext uri="{BB962C8B-B14F-4D97-AF65-F5344CB8AC3E}">
        <p14:creationId xmlns:p14="http://schemas.microsoft.com/office/powerpoint/2010/main" val="195572504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C4DBD1-6E47-41F7-914E-AB7D41317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7394B"/>
                </a:solidFill>
              </a:defRPr>
            </a:defPPr>
            <a:lvl1pPr>
              <a:defRPr sz="3450" b="1">
                <a:solidFill>
                  <a:srgbClr val="17394B"/>
                </a:solidFill>
              </a:defRPr>
            </a:lvl1pPr>
            <a:lvl2pPr>
              <a:defRPr sz="3450" b="1">
                <a:solidFill>
                  <a:srgbClr val="17394B"/>
                </a:solidFill>
              </a:defRPr>
            </a:lvl2pPr>
            <a:lvl3pPr>
              <a:defRPr sz="3450" b="1">
                <a:solidFill>
                  <a:srgbClr val="17394B"/>
                </a:solidFill>
              </a:defRPr>
            </a:lvl3pPr>
            <a:lvl4pPr>
              <a:defRPr sz="3450" b="1">
                <a:solidFill>
                  <a:srgbClr val="17394B"/>
                </a:solidFill>
              </a:defRPr>
            </a:lvl4pPr>
            <a:lvl5pPr>
              <a:defRPr sz="3450" b="1">
                <a:solidFill>
                  <a:srgbClr val="17394B"/>
                </a:solidFill>
              </a:defRPr>
            </a:lvl5pPr>
            <a:lvl6pPr>
              <a:defRPr sz="3450" b="1">
                <a:solidFill>
                  <a:srgbClr val="17394B"/>
                </a:solidFill>
              </a:defRPr>
            </a:lvl6pPr>
            <a:lvl7pPr>
              <a:defRPr sz="3450" b="1">
                <a:solidFill>
                  <a:srgbClr val="17394B"/>
                </a:solidFill>
              </a:defRPr>
            </a:lvl7pPr>
            <a:lvl8pPr>
              <a:defRPr sz="3450" b="1">
                <a:solidFill>
                  <a:srgbClr val="17394B"/>
                </a:solidFill>
              </a:defRPr>
            </a:lvl8pPr>
            <a:lvl9pPr>
              <a:defRPr sz="3450" b="1">
                <a:solidFill>
                  <a:srgbClr val="17394B"/>
                </a:solidFill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7394B"/>
                </a:solidFill>
              </a:defRPr>
            </a:pPr>
            <a:r>
              <a:rPr sz="3450" b="1">
                <a:solidFill>
                  <a:srgbClr val="17394B"/>
                </a:solidFill>
              </a:rPr>
              <a:t>Continuidad individual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669880-701E-4C69-8847-D49AEB9F0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253F4A"/>
                </a:solidFill>
              </a:defRPr>
            </a:defPPr>
            <a:lvl1pPr>
              <a:defRPr sz="2400" b="0">
                <a:solidFill>
                  <a:srgbClr val="253F4A"/>
                </a:solidFill>
              </a:defRPr>
            </a:lvl1pPr>
            <a:lvl2pPr>
              <a:defRPr sz="2400" b="0">
                <a:solidFill>
                  <a:srgbClr val="253F4A"/>
                </a:solidFill>
              </a:defRPr>
            </a:lvl2pPr>
            <a:lvl3pPr>
              <a:defRPr sz="2400" b="0">
                <a:solidFill>
                  <a:srgbClr val="253F4A"/>
                </a:solidFill>
              </a:defRPr>
            </a:lvl3pPr>
            <a:lvl4pPr>
              <a:defRPr sz="2400" b="0">
                <a:solidFill>
                  <a:srgbClr val="253F4A"/>
                </a:solidFill>
              </a:defRPr>
            </a:lvl4pPr>
            <a:lvl5pPr>
              <a:defRPr sz="2400" b="0">
                <a:solidFill>
                  <a:srgbClr val="253F4A"/>
                </a:solidFill>
              </a:defRPr>
            </a:lvl5pPr>
            <a:lvl6pPr>
              <a:defRPr sz="2400" b="0">
                <a:solidFill>
                  <a:srgbClr val="253F4A"/>
                </a:solidFill>
              </a:defRPr>
            </a:lvl6pPr>
            <a:lvl7pPr>
              <a:defRPr sz="2400" b="0">
                <a:solidFill>
                  <a:srgbClr val="253F4A"/>
                </a:solidFill>
              </a:defRPr>
            </a:lvl7pPr>
            <a:lvl8pPr>
              <a:defRPr sz="2400" b="0">
                <a:solidFill>
                  <a:srgbClr val="253F4A"/>
                </a:solidFill>
              </a:defRPr>
            </a:lvl8pPr>
            <a:lvl9pPr>
              <a:defRPr sz="2400" b="0">
                <a:solidFill>
                  <a:srgbClr val="253F4A"/>
                </a:solidFill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53F4A"/>
                </a:solidFill>
              </a:defRPr>
            </a:pPr>
            <a:r>
              <a:rPr sz="2400" b="0">
                <a:solidFill>
                  <a:srgbClr val="253F4A"/>
                </a:solidFill>
              </a:rPr>
              <a:t>Dante Moya concentra el trabajo actual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AA8177-E068-433F-BD6D-1AC47AE7C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33700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253F4A"/>
                </a:solidFill>
              </a:defRPr>
            </a:defPPr>
            <a:lvl1pPr>
              <a:defRPr sz="2400" b="0">
                <a:solidFill>
                  <a:srgbClr val="253F4A"/>
                </a:solidFill>
              </a:defRPr>
            </a:lvl1pPr>
            <a:lvl2pPr>
              <a:defRPr sz="2400" b="0">
                <a:solidFill>
                  <a:srgbClr val="253F4A"/>
                </a:solidFill>
              </a:defRPr>
            </a:lvl2pPr>
            <a:lvl3pPr>
              <a:defRPr sz="2400" b="0">
                <a:solidFill>
                  <a:srgbClr val="253F4A"/>
                </a:solidFill>
              </a:defRPr>
            </a:lvl3pPr>
            <a:lvl4pPr>
              <a:defRPr sz="2400" b="0">
                <a:solidFill>
                  <a:srgbClr val="253F4A"/>
                </a:solidFill>
              </a:defRPr>
            </a:lvl4pPr>
            <a:lvl5pPr>
              <a:defRPr sz="2400" b="0">
                <a:solidFill>
                  <a:srgbClr val="253F4A"/>
                </a:solidFill>
              </a:defRPr>
            </a:lvl5pPr>
            <a:lvl6pPr>
              <a:defRPr sz="2400" b="0">
                <a:solidFill>
                  <a:srgbClr val="253F4A"/>
                </a:solidFill>
              </a:defRPr>
            </a:lvl6pPr>
            <a:lvl7pPr>
              <a:defRPr sz="2400" b="0">
                <a:solidFill>
                  <a:srgbClr val="253F4A"/>
                </a:solidFill>
              </a:defRPr>
            </a:lvl7pPr>
            <a:lvl8pPr>
              <a:defRPr sz="2400" b="0">
                <a:solidFill>
                  <a:srgbClr val="253F4A"/>
                </a:solidFill>
              </a:defRPr>
            </a:lvl8pPr>
            <a:lvl9pPr>
              <a:defRPr sz="2400" b="0">
                <a:solidFill>
                  <a:srgbClr val="253F4A"/>
                </a:solidFill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53F4A"/>
                </a:solidFill>
              </a:defRPr>
            </a:pPr>
            <a:r>
              <a:rPr sz="2400" b="0">
                <a:solidFill>
                  <a:srgbClr val="253F4A"/>
                </a:solidFill>
              </a:rPr>
              <a:t>Disponibilidad informada de tres horas diarias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5AE635-971D-469D-91F3-206AE8FDA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71900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253F4A"/>
                </a:solidFill>
              </a:defRPr>
            </a:defPPr>
            <a:lvl1pPr>
              <a:defRPr sz="2400" b="0">
                <a:solidFill>
                  <a:srgbClr val="253F4A"/>
                </a:solidFill>
              </a:defRPr>
            </a:lvl1pPr>
            <a:lvl2pPr>
              <a:defRPr sz="2400" b="0">
                <a:solidFill>
                  <a:srgbClr val="253F4A"/>
                </a:solidFill>
              </a:defRPr>
            </a:lvl2pPr>
            <a:lvl3pPr>
              <a:defRPr sz="2400" b="0">
                <a:solidFill>
                  <a:srgbClr val="253F4A"/>
                </a:solidFill>
              </a:defRPr>
            </a:lvl3pPr>
            <a:lvl4pPr>
              <a:defRPr sz="2400" b="0">
                <a:solidFill>
                  <a:srgbClr val="253F4A"/>
                </a:solidFill>
              </a:defRPr>
            </a:lvl4pPr>
            <a:lvl5pPr>
              <a:defRPr sz="2400" b="0">
                <a:solidFill>
                  <a:srgbClr val="253F4A"/>
                </a:solidFill>
              </a:defRPr>
            </a:lvl5pPr>
            <a:lvl6pPr>
              <a:defRPr sz="2400" b="0">
                <a:solidFill>
                  <a:srgbClr val="253F4A"/>
                </a:solidFill>
              </a:defRPr>
            </a:lvl6pPr>
            <a:lvl7pPr>
              <a:defRPr sz="2400" b="0">
                <a:solidFill>
                  <a:srgbClr val="253F4A"/>
                </a:solidFill>
              </a:defRPr>
            </a:lvl7pPr>
            <a:lvl8pPr>
              <a:defRPr sz="2400" b="0">
                <a:solidFill>
                  <a:srgbClr val="253F4A"/>
                </a:solidFill>
              </a:defRPr>
            </a:lvl8pPr>
            <a:lvl9pPr>
              <a:defRPr sz="2400" b="0">
                <a:solidFill>
                  <a:srgbClr val="253F4A"/>
                </a:solidFill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53F4A"/>
                </a:solidFill>
              </a:defRPr>
            </a:pPr>
            <a:r>
              <a:rPr sz="2400" b="0">
                <a:solidFill>
                  <a:srgbClr val="253F4A"/>
                </a:solidFill>
              </a:rPr>
              <a:t>Planificación por incrementos verificables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68E262-0074-42C1-A821-985E88B5B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10100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253F4A"/>
                </a:solidFill>
              </a:defRPr>
            </a:defPPr>
            <a:lvl1pPr>
              <a:defRPr sz="2400" b="0">
                <a:solidFill>
                  <a:srgbClr val="253F4A"/>
                </a:solidFill>
              </a:defRPr>
            </a:lvl1pPr>
            <a:lvl2pPr>
              <a:defRPr sz="2400" b="0">
                <a:solidFill>
                  <a:srgbClr val="253F4A"/>
                </a:solidFill>
              </a:defRPr>
            </a:lvl2pPr>
            <a:lvl3pPr>
              <a:defRPr sz="2400" b="0">
                <a:solidFill>
                  <a:srgbClr val="253F4A"/>
                </a:solidFill>
              </a:defRPr>
            </a:lvl3pPr>
            <a:lvl4pPr>
              <a:defRPr sz="2400" b="0">
                <a:solidFill>
                  <a:srgbClr val="253F4A"/>
                </a:solidFill>
              </a:defRPr>
            </a:lvl4pPr>
            <a:lvl5pPr>
              <a:defRPr sz="2400" b="0">
                <a:solidFill>
                  <a:srgbClr val="253F4A"/>
                </a:solidFill>
              </a:defRPr>
            </a:lvl5pPr>
            <a:lvl6pPr>
              <a:defRPr sz="2400" b="0">
                <a:solidFill>
                  <a:srgbClr val="253F4A"/>
                </a:solidFill>
              </a:defRPr>
            </a:lvl6pPr>
            <a:lvl7pPr>
              <a:defRPr sz="2400" b="0">
                <a:solidFill>
                  <a:srgbClr val="253F4A"/>
                </a:solidFill>
              </a:defRPr>
            </a:lvl7pPr>
            <a:lvl8pPr>
              <a:defRPr sz="2400" b="0">
                <a:solidFill>
                  <a:srgbClr val="253F4A"/>
                </a:solidFill>
              </a:defRPr>
            </a:lvl8pPr>
            <a:lvl9pPr>
              <a:defRPr sz="2400" b="0">
                <a:solidFill>
                  <a:srgbClr val="253F4A"/>
                </a:solidFill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53F4A"/>
                </a:solidFill>
              </a:defRPr>
            </a:pPr>
            <a:r>
              <a:rPr sz="2400" b="0">
                <a:solidFill>
                  <a:srgbClr val="253F4A"/>
                </a:solidFill>
              </a:rPr>
              <a:t>Autoría histórica y arquitectura conservadas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C5D495-5216-40F6-8E51-5B82EA004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353175"/>
            <a:ext cx="857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36775"/>
                </a:solidFill>
              </a:defRPr>
            </a:defPPr>
            <a:lvl1pPr>
              <a:defRPr sz="1275" b="0">
                <a:solidFill>
                  <a:srgbClr val="536775"/>
                </a:solidFill>
              </a:defRPr>
            </a:lvl1pPr>
            <a:lvl2pPr>
              <a:defRPr sz="1275" b="0">
                <a:solidFill>
                  <a:srgbClr val="536775"/>
                </a:solidFill>
              </a:defRPr>
            </a:lvl2pPr>
            <a:lvl3pPr>
              <a:defRPr sz="1275" b="0">
                <a:solidFill>
                  <a:srgbClr val="536775"/>
                </a:solidFill>
              </a:defRPr>
            </a:lvl3pPr>
            <a:lvl4pPr>
              <a:defRPr sz="1275" b="0">
                <a:solidFill>
                  <a:srgbClr val="536775"/>
                </a:solidFill>
              </a:defRPr>
            </a:lvl4pPr>
            <a:lvl5pPr>
              <a:defRPr sz="1275" b="0">
                <a:solidFill>
                  <a:srgbClr val="536775"/>
                </a:solidFill>
              </a:defRPr>
            </a:lvl5pPr>
            <a:lvl6pPr>
              <a:defRPr sz="1275" b="0">
                <a:solidFill>
                  <a:srgbClr val="536775"/>
                </a:solidFill>
              </a:defRPr>
            </a:lvl6pPr>
            <a:lvl7pPr>
              <a:defRPr sz="1275" b="0">
                <a:solidFill>
                  <a:srgbClr val="536775"/>
                </a:solidFill>
              </a:defRPr>
            </a:lvl7pPr>
            <a:lvl8pPr>
              <a:defRPr sz="1275" b="0">
                <a:solidFill>
                  <a:srgbClr val="536775"/>
                </a:solidFill>
              </a:defRPr>
            </a:lvl8pPr>
            <a:lvl9pPr>
              <a:defRPr sz="1275" b="0">
                <a:solidFill>
                  <a:srgbClr val="536775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36775"/>
                </a:solidFill>
              </a:defRPr>
            </a:pPr>
            <a:r>
              <a:rPr sz="1275" b="0">
                <a:solidFill>
                  <a:srgbClr val="536775"/>
                </a:solidFill>
              </a:rPr>
              <a:t>4 / 14</a:t>
            </a:r>
          </a:p>
        </p:txBody>
      </p:sp>
    </p:spTree>
    <p:extLst>
      <p:ext uri="{BB962C8B-B14F-4D97-AF65-F5344CB8AC3E}">
        <p14:creationId xmlns:p14="http://schemas.microsoft.com/office/powerpoint/2010/main" val="41963251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307399-FF5C-42FF-B167-B58E50317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7394B"/>
                </a:solidFill>
              </a:defRPr>
            </a:defPPr>
            <a:lvl1pPr>
              <a:defRPr sz="3450" b="1">
                <a:solidFill>
                  <a:srgbClr val="17394B"/>
                </a:solidFill>
              </a:defRPr>
            </a:lvl1pPr>
            <a:lvl2pPr>
              <a:defRPr sz="3450" b="1">
                <a:solidFill>
                  <a:srgbClr val="17394B"/>
                </a:solidFill>
              </a:defRPr>
            </a:lvl2pPr>
            <a:lvl3pPr>
              <a:defRPr sz="3450" b="1">
                <a:solidFill>
                  <a:srgbClr val="17394B"/>
                </a:solidFill>
              </a:defRPr>
            </a:lvl3pPr>
            <a:lvl4pPr>
              <a:defRPr sz="3450" b="1">
                <a:solidFill>
                  <a:srgbClr val="17394B"/>
                </a:solidFill>
              </a:defRPr>
            </a:lvl4pPr>
            <a:lvl5pPr>
              <a:defRPr sz="3450" b="1">
                <a:solidFill>
                  <a:srgbClr val="17394B"/>
                </a:solidFill>
              </a:defRPr>
            </a:lvl5pPr>
            <a:lvl6pPr>
              <a:defRPr sz="3450" b="1">
                <a:solidFill>
                  <a:srgbClr val="17394B"/>
                </a:solidFill>
              </a:defRPr>
            </a:lvl6pPr>
            <a:lvl7pPr>
              <a:defRPr sz="3450" b="1">
                <a:solidFill>
                  <a:srgbClr val="17394B"/>
                </a:solidFill>
              </a:defRPr>
            </a:lvl7pPr>
            <a:lvl8pPr>
              <a:defRPr sz="3450" b="1">
                <a:solidFill>
                  <a:srgbClr val="17394B"/>
                </a:solidFill>
              </a:defRPr>
            </a:lvl8pPr>
            <a:lvl9pPr>
              <a:defRPr sz="3450" b="1">
                <a:solidFill>
                  <a:srgbClr val="17394B"/>
                </a:solidFill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7394B"/>
                </a:solidFill>
              </a:defRPr>
            </a:pPr>
            <a:r>
              <a:rPr sz="3450" b="1">
                <a:solidFill>
                  <a:srgbClr val="17394B"/>
                </a:solidFill>
              </a:rPr>
              <a:t>Avance de inventario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F78D3F-9EEF-4154-B613-6E8862F79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253F4A"/>
                </a:solidFill>
              </a:defRPr>
            </a:defPPr>
            <a:lvl1pPr>
              <a:defRPr sz="2400" b="0">
                <a:solidFill>
                  <a:srgbClr val="253F4A"/>
                </a:solidFill>
              </a:defRPr>
            </a:lvl1pPr>
            <a:lvl2pPr>
              <a:defRPr sz="2400" b="0">
                <a:solidFill>
                  <a:srgbClr val="253F4A"/>
                </a:solidFill>
              </a:defRPr>
            </a:lvl2pPr>
            <a:lvl3pPr>
              <a:defRPr sz="2400" b="0">
                <a:solidFill>
                  <a:srgbClr val="253F4A"/>
                </a:solidFill>
              </a:defRPr>
            </a:lvl3pPr>
            <a:lvl4pPr>
              <a:defRPr sz="2400" b="0">
                <a:solidFill>
                  <a:srgbClr val="253F4A"/>
                </a:solidFill>
              </a:defRPr>
            </a:lvl4pPr>
            <a:lvl5pPr>
              <a:defRPr sz="2400" b="0">
                <a:solidFill>
                  <a:srgbClr val="253F4A"/>
                </a:solidFill>
              </a:defRPr>
            </a:lvl5pPr>
            <a:lvl6pPr>
              <a:defRPr sz="2400" b="0">
                <a:solidFill>
                  <a:srgbClr val="253F4A"/>
                </a:solidFill>
              </a:defRPr>
            </a:lvl6pPr>
            <a:lvl7pPr>
              <a:defRPr sz="2400" b="0">
                <a:solidFill>
                  <a:srgbClr val="253F4A"/>
                </a:solidFill>
              </a:defRPr>
            </a:lvl7pPr>
            <a:lvl8pPr>
              <a:defRPr sz="2400" b="0">
                <a:solidFill>
                  <a:srgbClr val="253F4A"/>
                </a:solidFill>
              </a:defRPr>
            </a:lvl8pPr>
            <a:lvl9pPr>
              <a:defRPr sz="2400" b="0">
                <a:solidFill>
                  <a:srgbClr val="253F4A"/>
                </a:solidFill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53F4A"/>
                </a:solidFill>
              </a:defRPr>
            </a:pPr>
            <a:r>
              <a:rPr sz="2400" b="0">
                <a:solidFill>
                  <a:srgbClr val="253F4A"/>
                </a:solidFill>
              </a:rPr>
              <a:t>Catálogo de refrigerantes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2EB7BB-D31F-4A88-8D6F-4B494BEE6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33700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253F4A"/>
                </a:solidFill>
              </a:defRPr>
            </a:defPPr>
            <a:lvl1pPr>
              <a:defRPr sz="2400" b="0">
                <a:solidFill>
                  <a:srgbClr val="253F4A"/>
                </a:solidFill>
              </a:defRPr>
            </a:lvl1pPr>
            <a:lvl2pPr>
              <a:defRPr sz="2400" b="0">
                <a:solidFill>
                  <a:srgbClr val="253F4A"/>
                </a:solidFill>
              </a:defRPr>
            </a:lvl2pPr>
            <a:lvl3pPr>
              <a:defRPr sz="2400" b="0">
                <a:solidFill>
                  <a:srgbClr val="253F4A"/>
                </a:solidFill>
              </a:defRPr>
            </a:lvl3pPr>
            <a:lvl4pPr>
              <a:defRPr sz="2400" b="0">
                <a:solidFill>
                  <a:srgbClr val="253F4A"/>
                </a:solidFill>
              </a:defRPr>
            </a:lvl4pPr>
            <a:lvl5pPr>
              <a:defRPr sz="2400" b="0">
                <a:solidFill>
                  <a:srgbClr val="253F4A"/>
                </a:solidFill>
              </a:defRPr>
            </a:lvl5pPr>
            <a:lvl6pPr>
              <a:defRPr sz="2400" b="0">
                <a:solidFill>
                  <a:srgbClr val="253F4A"/>
                </a:solidFill>
              </a:defRPr>
            </a:lvl6pPr>
            <a:lvl7pPr>
              <a:defRPr sz="2400" b="0">
                <a:solidFill>
                  <a:srgbClr val="253F4A"/>
                </a:solidFill>
              </a:defRPr>
            </a:lvl7pPr>
            <a:lvl8pPr>
              <a:defRPr sz="2400" b="0">
                <a:solidFill>
                  <a:srgbClr val="253F4A"/>
                </a:solidFill>
              </a:defRPr>
            </a:lvl8pPr>
            <a:lvl9pPr>
              <a:defRPr sz="2400" b="0">
                <a:solidFill>
                  <a:srgbClr val="253F4A"/>
                </a:solidFill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53F4A"/>
                </a:solidFill>
              </a:defRPr>
            </a:pPr>
            <a:r>
              <a:rPr sz="2400" b="0">
                <a:solidFill>
                  <a:srgbClr val="253F4A"/>
                </a:solidFill>
              </a:rPr>
              <a:t>Cilindros con tara, capacidad y un tipo de gas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E42F3E-2BF6-4CE4-9F1D-38E1A6B11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71900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253F4A"/>
                </a:solidFill>
              </a:defRPr>
            </a:defPPr>
            <a:lvl1pPr>
              <a:defRPr sz="2400" b="0">
                <a:solidFill>
                  <a:srgbClr val="253F4A"/>
                </a:solidFill>
              </a:defRPr>
            </a:lvl1pPr>
            <a:lvl2pPr>
              <a:defRPr sz="2400" b="0">
                <a:solidFill>
                  <a:srgbClr val="253F4A"/>
                </a:solidFill>
              </a:defRPr>
            </a:lvl2pPr>
            <a:lvl3pPr>
              <a:defRPr sz="2400" b="0">
                <a:solidFill>
                  <a:srgbClr val="253F4A"/>
                </a:solidFill>
              </a:defRPr>
            </a:lvl3pPr>
            <a:lvl4pPr>
              <a:defRPr sz="2400" b="0">
                <a:solidFill>
                  <a:srgbClr val="253F4A"/>
                </a:solidFill>
              </a:defRPr>
            </a:lvl4pPr>
            <a:lvl5pPr>
              <a:defRPr sz="2400" b="0">
                <a:solidFill>
                  <a:srgbClr val="253F4A"/>
                </a:solidFill>
              </a:defRPr>
            </a:lvl5pPr>
            <a:lvl6pPr>
              <a:defRPr sz="2400" b="0">
                <a:solidFill>
                  <a:srgbClr val="253F4A"/>
                </a:solidFill>
              </a:defRPr>
            </a:lvl6pPr>
            <a:lvl7pPr>
              <a:defRPr sz="2400" b="0">
                <a:solidFill>
                  <a:srgbClr val="253F4A"/>
                </a:solidFill>
              </a:defRPr>
            </a:lvl7pPr>
            <a:lvl8pPr>
              <a:defRPr sz="2400" b="0">
                <a:solidFill>
                  <a:srgbClr val="253F4A"/>
                </a:solidFill>
              </a:defRPr>
            </a:lvl8pPr>
            <a:lvl9pPr>
              <a:defRPr sz="2400" b="0">
                <a:solidFill>
                  <a:srgbClr val="253F4A"/>
                </a:solidFill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53F4A"/>
                </a:solidFill>
              </a:defRPr>
            </a:pPr>
            <a:r>
              <a:rPr sz="2400" b="0">
                <a:solidFill>
                  <a:srgbClr val="253F4A"/>
                </a:solidFill>
              </a:rPr>
              <a:t>Pesaje inicial, consulta y ficha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EEA898-51AE-49D9-B9D6-365F4ADBB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10100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253F4A"/>
                </a:solidFill>
              </a:defRPr>
            </a:defPPr>
            <a:lvl1pPr>
              <a:defRPr sz="2400" b="0">
                <a:solidFill>
                  <a:srgbClr val="253F4A"/>
                </a:solidFill>
              </a:defRPr>
            </a:lvl1pPr>
            <a:lvl2pPr>
              <a:defRPr sz="2400" b="0">
                <a:solidFill>
                  <a:srgbClr val="253F4A"/>
                </a:solidFill>
              </a:defRPr>
            </a:lvl2pPr>
            <a:lvl3pPr>
              <a:defRPr sz="2400" b="0">
                <a:solidFill>
                  <a:srgbClr val="253F4A"/>
                </a:solidFill>
              </a:defRPr>
            </a:lvl3pPr>
            <a:lvl4pPr>
              <a:defRPr sz="2400" b="0">
                <a:solidFill>
                  <a:srgbClr val="253F4A"/>
                </a:solidFill>
              </a:defRPr>
            </a:lvl4pPr>
            <a:lvl5pPr>
              <a:defRPr sz="2400" b="0">
                <a:solidFill>
                  <a:srgbClr val="253F4A"/>
                </a:solidFill>
              </a:defRPr>
            </a:lvl5pPr>
            <a:lvl6pPr>
              <a:defRPr sz="2400" b="0">
                <a:solidFill>
                  <a:srgbClr val="253F4A"/>
                </a:solidFill>
              </a:defRPr>
            </a:lvl6pPr>
            <a:lvl7pPr>
              <a:defRPr sz="2400" b="0">
                <a:solidFill>
                  <a:srgbClr val="253F4A"/>
                </a:solidFill>
              </a:defRPr>
            </a:lvl7pPr>
            <a:lvl8pPr>
              <a:defRPr sz="2400" b="0">
                <a:solidFill>
                  <a:srgbClr val="253F4A"/>
                </a:solidFill>
              </a:defRPr>
            </a:lvl8pPr>
            <a:lvl9pPr>
              <a:defRPr sz="2400" b="0">
                <a:solidFill>
                  <a:srgbClr val="253F4A"/>
                </a:solidFill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53F4A"/>
                </a:solidFill>
              </a:defRPr>
            </a:pPr>
            <a:r>
              <a:rPr sz="2400" b="0">
                <a:solidFill>
                  <a:srgbClr val="253F4A"/>
                </a:solidFill>
              </a:rPr>
              <a:t>Código QR generado por cilindro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A7AA29-A447-4DDB-A5CD-6566EBBFB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353175"/>
            <a:ext cx="857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36775"/>
                </a:solidFill>
              </a:defRPr>
            </a:defPPr>
            <a:lvl1pPr>
              <a:defRPr sz="1275" b="0">
                <a:solidFill>
                  <a:srgbClr val="536775"/>
                </a:solidFill>
              </a:defRPr>
            </a:lvl1pPr>
            <a:lvl2pPr>
              <a:defRPr sz="1275" b="0">
                <a:solidFill>
                  <a:srgbClr val="536775"/>
                </a:solidFill>
              </a:defRPr>
            </a:lvl2pPr>
            <a:lvl3pPr>
              <a:defRPr sz="1275" b="0">
                <a:solidFill>
                  <a:srgbClr val="536775"/>
                </a:solidFill>
              </a:defRPr>
            </a:lvl3pPr>
            <a:lvl4pPr>
              <a:defRPr sz="1275" b="0">
                <a:solidFill>
                  <a:srgbClr val="536775"/>
                </a:solidFill>
              </a:defRPr>
            </a:lvl4pPr>
            <a:lvl5pPr>
              <a:defRPr sz="1275" b="0">
                <a:solidFill>
                  <a:srgbClr val="536775"/>
                </a:solidFill>
              </a:defRPr>
            </a:lvl5pPr>
            <a:lvl6pPr>
              <a:defRPr sz="1275" b="0">
                <a:solidFill>
                  <a:srgbClr val="536775"/>
                </a:solidFill>
              </a:defRPr>
            </a:lvl6pPr>
            <a:lvl7pPr>
              <a:defRPr sz="1275" b="0">
                <a:solidFill>
                  <a:srgbClr val="536775"/>
                </a:solidFill>
              </a:defRPr>
            </a:lvl7pPr>
            <a:lvl8pPr>
              <a:defRPr sz="1275" b="0">
                <a:solidFill>
                  <a:srgbClr val="536775"/>
                </a:solidFill>
              </a:defRPr>
            </a:lvl8pPr>
            <a:lvl9pPr>
              <a:defRPr sz="1275" b="0">
                <a:solidFill>
                  <a:srgbClr val="536775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36775"/>
                </a:solidFill>
              </a:defRPr>
            </a:pPr>
            <a:r>
              <a:rPr sz="1275" b="0">
                <a:solidFill>
                  <a:srgbClr val="536775"/>
                </a:solidFill>
              </a:rPr>
              <a:t>5 / 14</a:t>
            </a:r>
          </a:p>
        </p:txBody>
      </p:sp>
    </p:spTree>
    <p:extLst>
      <p:ext uri="{BB962C8B-B14F-4D97-AF65-F5344CB8AC3E}">
        <p14:creationId xmlns:p14="http://schemas.microsoft.com/office/powerpoint/2010/main" val="161840156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BB5B96-59CB-4499-BAAC-AD9E6A047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7394B"/>
                </a:solidFill>
              </a:defRPr>
            </a:defPPr>
            <a:lvl1pPr>
              <a:defRPr sz="3450" b="1">
                <a:solidFill>
                  <a:srgbClr val="17394B"/>
                </a:solidFill>
              </a:defRPr>
            </a:lvl1pPr>
            <a:lvl2pPr>
              <a:defRPr sz="3450" b="1">
                <a:solidFill>
                  <a:srgbClr val="17394B"/>
                </a:solidFill>
              </a:defRPr>
            </a:lvl2pPr>
            <a:lvl3pPr>
              <a:defRPr sz="3450" b="1">
                <a:solidFill>
                  <a:srgbClr val="17394B"/>
                </a:solidFill>
              </a:defRPr>
            </a:lvl3pPr>
            <a:lvl4pPr>
              <a:defRPr sz="3450" b="1">
                <a:solidFill>
                  <a:srgbClr val="17394B"/>
                </a:solidFill>
              </a:defRPr>
            </a:lvl4pPr>
            <a:lvl5pPr>
              <a:defRPr sz="3450" b="1">
                <a:solidFill>
                  <a:srgbClr val="17394B"/>
                </a:solidFill>
              </a:defRPr>
            </a:lvl5pPr>
            <a:lvl6pPr>
              <a:defRPr sz="3450" b="1">
                <a:solidFill>
                  <a:srgbClr val="17394B"/>
                </a:solidFill>
              </a:defRPr>
            </a:lvl6pPr>
            <a:lvl7pPr>
              <a:defRPr sz="3450" b="1">
                <a:solidFill>
                  <a:srgbClr val="17394B"/>
                </a:solidFill>
              </a:defRPr>
            </a:lvl7pPr>
            <a:lvl8pPr>
              <a:defRPr sz="3450" b="1">
                <a:solidFill>
                  <a:srgbClr val="17394B"/>
                </a:solidFill>
              </a:defRPr>
            </a:lvl8pPr>
            <a:lvl9pPr>
              <a:defRPr sz="3450" b="1">
                <a:solidFill>
                  <a:srgbClr val="17394B"/>
                </a:solidFill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7394B"/>
                </a:solidFill>
              </a:defRPr>
            </a:pPr>
            <a:r>
              <a:rPr sz="3450" b="1">
                <a:solidFill>
                  <a:srgbClr val="17394B"/>
                </a:solidFill>
              </a:rPr>
              <a:t>Avance del trabajo técnico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83C080-6984-4EB7-8A1D-44DBF9E9E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428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394B"/>
                </a:solidFill>
              </a:defRPr>
            </a:defPPr>
            <a:lvl1pPr>
              <a:defRPr sz="2100" b="0">
                <a:solidFill>
                  <a:srgbClr val="17394B"/>
                </a:solidFill>
              </a:defRPr>
            </a:lvl1pPr>
            <a:lvl2pPr>
              <a:defRPr sz="2100" b="0">
                <a:solidFill>
                  <a:srgbClr val="17394B"/>
                </a:solidFill>
              </a:defRPr>
            </a:lvl2pPr>
            <a:lvl3pPr>
              <a:defRPr sz="2100" b="0">
                <a:solidFill>
                  <a:srgbClr val="17394B"/>
                </a:solidFill>
              </a:defRPr>
            </a:lvl3pPr>
            <a:lvl4pPr>
              <a:defRPr sz="2100" b="0">
                <a:solidFill>
                  <a:srgbClr val="17394B"/>
                </a:solidFill>
              </a:defRPr>
            </a:lvl4pPr>
            <a:lvl5pPr>
              <a:defRPr sz="2100" b="0">
                <a:solidFill>
                  <a:srgbClr val="17394B"/>
                </a:solidFill>
              </a:defRPr>
            </a:lvl5pPr>
            <a:lvl6pPr>
              <a:defRPr sz="2100" b="0">
                <a:solidFill>
                  <a:srgbClr val="17394B"/>
                </a:solidFill>
              </a:defRPr>
            </a:lvl6pPr>
            <a:lvl7pPr>
              <a:defRPr sz="2100" b="0">
                <a:solidFill>
                  <a:srgbClr val="17394B"/>
                </a:solidFill>
              </a:defRPr>
            </a:lvl7pPr>
            <a:lvl8pPr>
              <a:defRPr sz="2100" b="0">
                <a:solidFill>
                  <a:srgbClr val="17394B"/>
                </a:solidFill>
              </a:defRPr>
            </a:lvl8pPr>
            <a:lvl9pPr>
              <a:defRPr sz="2100" b="0">
                <a:solidFill>
                  <a:srgbClr val="17394B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7394B"/>
                </a:solidFill>
              </a:defRPr>
            </a:pPr>
            <a:r>
              <a:rPr sz="2100" b="0">
                <a:solidFill>
                  <a:srgbClr val="17394B"/>
                </a:solidFill>
              </a:rPr>
              <a:t>OT asignadas y entrega de envases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AEAFF7-FD91-400E-BEB9-CF952E8E2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76550"/>
            <a:ext cx="428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394B"/>
                </a:solidFill>
              </a:defRPr>
            </a:defPPr>
            <a:lvl1pPr>
              <a:defRPr sz="2100" b="0">
                <a:solidFill>
                  <a:srgbClr val="17394B"/>
                </a:solidFill>
              </a:defRPr>
            </a:lvl1pPr>
            <a:lvl2pPr>
              <a:defRPr sz="2100" b="0">
                <a:solidFill>
                  <a:srgbClr val="17394B"/>
                </a:solidFill>
              </a:defRPr>
            </a:lvl2pPr>
            <a:lvl3pPr>
              <a:defRPr sz="2100" b="0">
                <a:solidFill>
                  <a:srgbClr val="17394B"/>
                </a:solidFill>
              </a:defRPr>
            </a:lvl3pPr>
            <a:lvl4pPr>
              <a:defRPr sz="2100" b="0">
                <a:solidFill>
                  <a:srgbClr val="17394B"/>
                </a:solidFill>
              </a:defRPr>
            </a:lvl4pPr>
            <a:lvl5pPr>
              <a:defRPr sz="2100" b="0">
                <a:solidFill>
                  <a:srgbClr val="17394B"/>
                </a:solidFill>
              </a:defRPr>
            </a:lvl5pPr>
            <a:lvl6pPr>
              <a:defRPr sz="2100" b="0">
                <a:solidFill>
                  <a:srgbClr val="17394B"/>
                </a:solidFill>
              </a:defRPr>
            </a:lvl6pPr>
            <a:lvl7pPr>
              <a:defRPr sz="2100" b="0">
                <a:solidFill>
                  <a:srgbClr val="17394B"/>
                </a:solidFill>
              </a:defRPr>
            </a:lvl7pPr>
            <a:lvl8pPr>
              <a:defRPr sz="2100" b="0">
                <a:solidFill>
                  <a:srgbClr val="17394B"/>
                </a:solidFill>
              </a:defRPr>
            </a:lvl8pPr>
            <a:lvl9pPr>
              <a:defRPr sz="2100" b="0">
                <a:solidFill>
                  <a:srgbClr val="17394B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7394B"/>
                </a:solidFill>
              </a:defRPr>
            </a:pPr>
            <a:r>
              <a:rPr sz="2100" b="0">
                <a:solidFill>
                  <a:srgbClr val="17394B"/>
                </a:solidFill>
              </a:rPr>
              <a:t>Reemplazo o agregado con pesajes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C9464E-F95C-4C92-8C79-558714240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57600"/>
            <a:ext cx="428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394B"/>
                </a:solidFill>
              </a:defRPr>
            </a:defPPr>
            <a:lvl1pPr>
              <a:defRPr sz="2100" b="0">
                <a:solidFill>
                  <a:srgbClr val="17394B"/>
                </a:solidFill>
              </a:defRPr>
            </a:lvl1pPr>
            <a:lvl2pPr>
              <a:defRPr sz="2100" b="0">
                <a:solidFill>
                  <a:srgbClr val="17394B"/>
                </a:solidFill>
              </a:defRPr>
            </a:lvl2pPr>
            <a:lvl3pPr>
              <a:defRPr sz="2100" b="0">
                <a:solidFill>
                  <a:srgbClr val="17394B"/>
                </a:solidFill>
              </a:defRPr>
            </a:lvl3pPr>
            <a:lvl4pPr>
              <a:defRPr sz="2100" b="0">
                <a:solidFill>
                  <a:srgbClr val="17394B"/>
                </a:solidFill>
              </a:defRPr>
            </a:lvl4pPr>
            <a:lvl5pPr>
              <a:defRPr sz="2100" b="0">
                <a:solidFill>
                  <a:srgbClr val="17394B"/>
                </a:solidFill>
              </a:defRPr>
            </a:lvl5pPr>
            <a:lvl6pPr>
              <a:defRPr sz="2100" b="0">
                <a:solidFill>
                  <a:srgbClr val="17394B"/>
                </a:solidFill>
              </a:defRPr>
            </a:lvl6pPr>
            <a:lvl7pPr>
              <a:defRPr sz="2100" b="0">
                <a:solidFill>
                  <a:srgbClr val="17394B"/>
                </a:solidFill>
              </a:defRPr>
            </a:lvl7pPr>
            <a:lvl8pPr>
              <a:defRPr sz="2100" b="0">
                <a:solidFill>
                  <a:srgbClr val="17394B"/>
                </a:solidFill>
              </a:defRPr>
            </a:lvl8pPr>
            <a:lvl9pPr>
              <a:defRPr sz="2100" b="0">
                <a:solidFill>
                  <a:srgbClr val="17394B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7394B"/>
                </a:solidFill>
              </a:defRPr>
            </a:pPr>
            <a:r>
              <a:rPr sz="2100" b="0">
                <a:solidFill>
                  <a:srgbClr val="17394B"/>
                </a:solidFill>
              </a:rPr>
              <a:t>Varias fotografías por cilindro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041FA6-7B01-44F2-93EB-F1DEC307E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38650"/>
            <a:ext cx="428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394B"/>
                </a:solidFill>
              </a:defRPr>
            </a:defPPr>
            <a:lvl1pPr>
              <a:defRPr sz="2100" b="0">
                <a:solidFill>
                  <a:srgbClr val="17394B"/>
                </a:solidFill>
              </a:defRPr>
            </a:lvl1pPr>
            <a:lvl2pPr>
              <a:defRPr sz="2100" b="0">
                <a:solidFill>
                  <a:srgbClr val="17394B"/>
                </a:solidFill>
              </a:defRPr>
            </a:lvl2pPr>
            <a:lvl3pPr>
              <a:defRPr sz="2100" b="0">
                <a:solidFill>
                  <a:srgbClr val="17394B"/>
                </a:solidFill>
              </a:defRPr>
            </a:lvl3pPr>
            <a:lvl4pPr>
              <a:defRPr sz="2100" b="0">
                <a:solidFill>
                  <a:srgbClr val="17394B"/>
                </a:solidFill>
              </a:defRPr>
            </a:lvl4pPr>
            <a:lvl5pPr>
              <a:defRPr sz="2100" b="0">
                <a:solidFill>
                  <a:srgbClr val="17394B"/>
                </a:solidFill>
              </a:defRPr>
            </a:lvl5pPr>
            <a:lvl6pPr>
              <a:defRPr sz="2100" b="0">
                <a:solidFill>
                  <a:srgbClr val="17394B"/>
                </a:solidFill>
              </a:defRPr>
            </a:lvl6pPr>
            <a:lvl7pPr>
              <a:defRPr sz="2100" b="0">
                <a:solidFill>
                  <a:srgbClr val="17394B"/>
                </a:solidFill>
              </a:defRPr>
            </a:lvl7pPr>
            <a:lvl8pPr>
              <a:defRPr sz="2100" b="0">
                <a:solidFill>
                  <a:srgbClr val="17394B"/>
                </a:solidFill>
              </a:defRPr>
            </a:lvl8pPr>
            <a:lvl9pPr>
              <a:defRPr sz="2100" b="0">
                <a:solidFill>
                  <a:srgbClr val="17394B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7394B"/>
                </a:solidFill>
              </a:defRPr>
            </a:pPr>
            <a:r>
              <a:rPr sz="2100" b="0">
                <a:solidFill>
                  <a:srgbClr val="17394B"/>
                </a:solidFill>
              </a:rPr>
              <a:t>Recepción, incidencias y revisión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2D5766-1E95-4CC3-8658-BCBF5F2699B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b0d9b1827c4bef"/>
          <a:stretch xmlns:a="http://schemas.openxmlformats.org/drawingml/2006/main"/>
        </p:blipFill>
        <p:spPr>
          <a:xfrm xmlns:a="http://schemas.openxmlformats.org/drawingml/2006/main">
            <a:off x="6666578" y="2000250"/>
            <a:ext cx="3526094" cy="36195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6F6234-F7E3-46DD-B31F-BE8F9434C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810250"/>
            <a:ext cx="619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36775"/>
                </a:solidFill>
              </a:defRPr>
            </a:defPPr>
            <a:lvl1pPr>
              <a:defRPr sz="1350" b="0">
                <a:solidFill>
                  <a:srgbClr val="536775"/>
                </a:solidFill>
              </a:defRPr>
            </a:lvl1pPr>
            <a:lvl2pPr>
              <a:defRPr sz="1350" b="0">
                <a:solidFill>
                  <a:srgbClr val="536775"/>
                </a:solidFill>
              </a:defRPr>
            </a:lvl2pPr>
            <a:lvl3pPr>
              <a:defRPr sz="1350" b="0">
                <a:solidFill>
                  <a:srgbClr val="536775"/>
                </a:solidFill>
              </a:defRPr>
            </a:lvl3pPr>
            <a:lvl4pPr>
              <a:defRPr sz="1350" b="0">
                <a:solidFill>
                  <a:srgbClr val="536775"/>
                </a:solidFill>
              </a:defRPr>
            </a:lvl4pPr>
            <a:lvl5pPr>
              <a:defRPr sz="1350" b="0">
                <a:solidFill>
                  <a:srgbClr val="536775"/>
                </a:solidFill>
              </a:defRPr>
            </a:lvl5pPr>
            <a:lvl6pPr>
              <a:defRPr sz="1350" b="0">
                <a:solidFill>
                  <a:srgbClr val="536775"/>
                </a:solidFill>
              </a:defRPr>
            </a:lvl6pPr>
            <a:lvl7pPr>
              <a:defRPr sz="1350" b="0">
                <a:solidFill>
                  <a:srgbClr val="536775"/>
                </a:solidFill>
              </a:defRPr>
            </a:lvl7pPr>
            <a:lvl8pPr>
              <a:defRPr sz="1350" b="0">
                <a:solidFill>
                  <a:srgbClr val="536775"/>
                </a:solidFill>
              </a:defRPr>
            </a:lvl8pPr>
            <a:lvl9pPr>
              <a:defRPr sz="1350" b="0">
                <a:solidFill>
                  <a:srgbClr val="536775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775"/>
                </a:solidFill>
              </a:defRPr>
            </a:pPr>
            <a:r>
              <a:rPr sz="1350" b="0">
                <a:solidFill>
                  <a:srgbClr val="536775"/>
                </a:solidFill>
              </a:rPr>
              <a:t>Captura del 20 de octubre de 2026. Lista vacía de revisión.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5BAF2E-3417-4D76-B027-EE7E3B25B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353175"/>
            <a:ext cx="857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36775"/>
                </a:solidFill>
              </a:defRPr>
            </a:defPPr>
            <a:lvl1pPr>
              <a:defRPr sz="1275" b="0">
                <a:solidFill>
                  <a:srgbClr val="536775"/>
                </a:solidFill>
              </a:defRPr>
            </a:lvl1pPr>
            <a:lvl2pPr>
              <a:defRPr sz="1275" b="0">
                <a:solidFill>
                  <a:srgbClr val="536775"/>
                </a:solidFill>
              </a:defRPr>
            </a:lvl2pPr>
            <a:lvl3pPr>
              <a:defRPr sz="1275" b="0">
                <a:solidFill>
                  <a:srgbClr val="536775"/>
                </a:solidFill>
              </a:defRPr>
            </a:lvl3pPr>
            <a:lvl4pPr>
              <a:defRPr sz="1275" b="0">
                <a:solidFill>
                  <a:srgbClr val="536775"/>
                </a:solidFill>
              </a:defRPr>
            </a:lvl4pPr>
            <a:lvl5pPr>
              <a:defRPr sz="1275" b="0">
                <a:solidFill>
                  <a:srgbClr val="536775"/>
                </a:solidFill>
              </a:defRPr>
            </a:lvl5pPr>
            <a:lvl6pPr>
              <a:defRPr sz="1275" b="0">
                <a:solidFill>
                  <a:srgbClr val="536775"/>
                </a:solidFill>
              </a:defRPr>
            </a:lvl6pPr>
            <a:lvl7pPr>
              <a:defRPr sz="1275" b="0">
                <a:solidFill>
                  <a:srgbClr val="536775"/>
                </a:solidFill>
              </a:defRPr>
            </a:lvl7pPr>
            <a:lvl8pPr>
              <a:defRPr sz="1275" b="0">
                <a:solidFill>
                  <a:srgbClr val="536775"/>
                </a:solidFill>
              </a:defRPr>
            </a:lvl8pPr>
            <a:lvl9pPr>
              <a:defRPr sz="1275" b="0">
                <a:solidFill>
                  <a:srgbClr val="536775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36775"/>
                </a:solidFill>
              </a:defRPr>
            </a:pPr>
            <a:r>
              <a:rPr sz="1275" b="0">
                <a:solidFill>
                  <a:srgbClr val="536775"/>
                </a:solidFill>
              </a:rPr>
              <a:t>6 / 14</a:t>
            </a:r>
          </a:p>
        </p:txBody>
      </p:sp>
    </p:spTree>
    <p:extLst>
      <p:ext uri="{BB962C8B-B14F-4D97-AF65-F5344CB8AC3E}">
        <p14:creationId xmlns:p14="http://schemas.microsoft.com/office/powerpoint/2010/main" val="10265625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C5FBD7-A5DD-4254-8ADA-FA9C56853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7394B"/>
                </a:solidFill>
              </a:defRPr>
            </a:defPPr>
            <a:lvl1pPr>
              <a:defRPr sz="3450" b="1">
                <a:solidFill>
                  <a:srgbClr val="17394B"/>
                </a:solidFill>
              </a:defRPr>
            </a:lvl1pPr>
            <a:lvl2pPr>
              <a:defRPr sz="3450" b="1">
                <a:solidFill>
                  <a:srgbClr val="17394B"/>
                </a:solidFill>
              </a:defRPr>
            </a:lvl2pPr>
            <a:lvl3pPr>
              <a:defRPr sz="3450" b="1">
                <a:solidFill>
                  <a:srgbClr val="17394B"/>
                </a:solidFill>
              </a:defRPr>
            </a:lvl3pPr>
            <a:lvl4pPr>
              <a:defRPr sz="3450" b="1">
                <a:solidFill>
                  <a:srgbClr val="17394B"/>
                </a:solidFill>
              </a:defRPr>
            </a:lvl4pPr>
            <a:lvl5pPr>
              <a:defRPr sz="3450" b="1">
                <a:solidFill>
                  <a:srgbClr val="17394B"/>
                </a:solidFill>
              </a:defRPr>
            </a:lvl5pPr>
            <a:lvl6pPr>
              <a:defRPr sz="3450" b="1">
                <a:solidFill>
                  <a:srgbClr val="17394B"/>
                </a:solidFill>
              </a:defRPr>
            </a:lvl6pPr>
            <a:lvl7pPr>
              <a:defRPr sz="3450" b="1">
                <a:solidFill>
                  <a:srgbClr val="17394B"/>
                </a:solidFill>
              </a:defRPr>
            </a:lvl7pPr>
            <a:lvl8pPr>
              <a:defRPr sz="3450" b="1">
                <a:solidFill>
                  <a:srgbClr val="17394B"/>
                </a:solidFill>
              </a:defRPr>
            </a:lvl8pPr>
            <a:lvl9pPr>
              <a:defRPr sz="3450" b="1">
                <a:solidFill>
                  <a:srgbClr val="17394B"/>
                </a:solidFill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7394B"/>
                </a:solidFill>
              </a:defRPr>
            </a:pPr>
            <a:r>
              <a:rPr sz="3450" b="1">
                <a:solidFill>
                  <a:srgbClr val="17394B"/>
                </a:solidFill>
              </a:rPr>
              <a:t>Arquitectura y almacenamiento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9A0700-9608-4E2A-A770-33469E1A0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253F4A"/>
                </a:solidFill>
              </a:defRPr>
            </a:defPPr>
            <a:lvl1pPr>
              <a:defRPr sz="2400" b="0">
                <a:solidFill>
                  <a:srgbClr val="253F4A"/>
                </a:solidFill>
              </a:defRPr>
            </a:lvl1pPr>
            <a:lvl2pPr>
              <a:defRPr sz="2400" b="0">
                <a:solidFill>
                  <a:srgbClr val="253F4A"/>
                </a:solidFill>
              </a:defRPr>
            </a:lvl2pPr>
            <a:lvl3pPr>
              <a:defRPr sz="2400" b="0">
                <a:solidFill>
                  <a:srgbClr val="253F4A"/>
                </a:solidFill>
              </a:defRPr>
            </a:lvl3pPr>
            <a:lvl4pPr>
              <a:defRPr sz="2400" b="0">
                <a:solidFill>
                  <a:srgbClr val="253F4A"/>
                </a:solidFill>
              </a:defRPr>
            </a:lvl4pPr>
            <a:lvl5pPr>
              <a:defRPr sz="2400" b="0">
                <a:solidFill>
                  <a:srgbClr val="253F4A"/>
                </a:solidFill>
              </a:defRPr>
            </a:lvl5pPr>
            <a:lvl6pPr>
              <a:defRPr sz="2400" b="0">
                <a:solidFill>
                  <a:srgbClr val="253F4A"/>
                </a:solidFill>
              </a:defRPr>
            </a:lvl6pPr>
            <a:lvl7pPr>
              <a:defRPr sz="2400" b="0">
                <a:solidFill>
                  <a:srgbClr val="253F4A"/>
                </a:solidFill>
              </a:defRPr>
            </a:lvl7pPr>
            <a:lvl8pPr>
              <a:defRPr sz="2400" b="0">
                <a:solidFill>
                  <a:srgbClr val="253F4A"/>
                </a:solidFill>
              </a:defRPr>
            </a:lvl8pPr>
            <a:lvl9pPr>
              <a:defRPr sz="2400" b="0">
                <a:solidFill>
                  <a:srgbClr val="253F4A"/>
                </a:solidFill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53F4A"/>
                </a:solidFill>
              </a:defRPr>
            </a:pPr>
            <a:r>
              <a:rPr sz="2400" b="0">
                <a:solidFill>
                  <a:srgbClr val="253F4A"/>
                </a:solidFill>
              </a:rPr>
              <a:t>Web Blazor y API ASP.NET Core en .NET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F7B0B0-22FE-48A3-9D8D-D576F5885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33700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253F4A"/>
                </a:solidFill>
              </a:defRPr>
            </a:defPPr>
            <a:lvl1pPr>
              <a:defRPr sz="2400" b="0">
                <a:solidFill>
                  <a:srgbClr val="253F4A"/>
                </a:solidFill>
              </a:defRPr>
            </a:lvl1pPr>
            <a:lvl2pPr>
              <a:defRPr sz="2400" b="0">
                <a:solidFill>
                  <a:srgbClr val="253F4A"/>
                </a:solidFill>
              </a:defRPr>
            </a:lvl2pPr>
            <a:lvl3pPr>
              <a:defRPr sz="2400" b="0">
                <a:solidFill>
                  <a:srgbClr val="253F4A"/>
                </a:solidFill>
              </a:defRPr>
            </a:lvl3pPr>
            <a:lvl4pPr>
              <a:defRPr sz="2400" b="0">
                <a:solidFill>
                  <a:srgbClr val="253F4A"/>
                </a:solidFill>
              </a:defRPr>
            </a:lvl4pPr>
            <a:lvl5pPr>
              <a:defRPr sz="2400" b="0">
                <a:solidFill>
                  <a:srgbClr val="253F4A"/>
                </a:solidFill>
              </a:defRPr>
            </a:lvl5pPr>
            <a:lvl6pPr>
              <a:defRPr sz="2400" b="0">
                <a:solidFill>
                  <a:srgbClr val="253F4A"/>
                </a:solidFill>
              </a:defRPr>
            </a:lvl6pPr>
            <a:lvl7pPr>
              <a:defRPr sz="2400" b="0">
                <a:solidFill>
                  <a:srgbClr val="253F4A"/>
                </a:solidFill>
              </a:defRPr>
            </a:lvl7pPr>
            <a:lvl8pPr>
              <a:defRPr sz="2400" b="0">
                <a:solidFill>
                  <a:srgbClr val="253F4A"/>
                </a:solidFill>
              </a:defRPr>
            </a:lvl8pPr>
            <a:lvl9pPr>
              <a:defRPr sz="2400" b="0">
                <a:solidFill>
                  <a:srgbClr val="253F4A"/>
                </a:solidFill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53F4A"/>
                </a:solidFill>
              </a:defRPr>
            </a:pPr>
            <a:r>
              <a:rPr sz="2400" b="0">
                <a:solidFill>
                  <a:srgbClr val="253F4A"/>
                </a:solidFill>
              </a:rPr>
              <a:t>Estado central temporal en memoria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3F4182-EE80-4E62-B2F4-4A2B6E55F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71900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253F4A"/>
                </a:solidFill>
              </a:defRPr>
            </a:defPPr>
            <a:lvl1pPr>
              <a:defRPr sz="2400" b="0">
                <a:solidFill>
                  <a:srgbClr val="253F4A"/>
                </a:solidFill>
              </a:defRPr>
            </a:lvl1pPr>
            <a:lvl2pPr>
              <a:defRPr sz="2400" b="0">
                <a:solidFill>
                  <a:srgbClr val="253F4A"/>
                </a:solidFill>
              </a:defRPr>
            </a:lvl2pPr>
            <a:lvl3pPr>
              <a:defRPr sz="2400" b="0">
                <a:solidFill>
                  <a:srgbClr val="253F4A"/>
                </a:solidFill>
              </a:defRPr>
            </a:lvl3pPr>
            <a:lvl4pPr>
              <a:defRPr sz="2400" b="0">
                <a:solidFill>
                  <a:srgbClr val="253F4A"/>
                </a:solidFill>
              </a:defRPr>
            </a:lvl4pPr>
            <a:lvl5pPr>
              <a:defRPr sz="2400" b="0">
                <a:solidFill>
                  <a:srgbClr val="253F4A"/>
                </a:solidFill>
              </a:defRPr>
            </a:lvl5pPr>
            <a:lvl6pPr>
              <a:defRPr sz="2400" b="0">
                <a:solidFill>
                  <a:srgbClr val="253F4A"/>
                </a:solidFill>
              </a:defRPr>
            </a:lvl6pPr>
            <a:lvl7pPr>
              <a:defRPr sz="2400" b="0">
                <a:solidFill>
                  <a:srgbClr val="253F4A"/>
                </a:solidFill>
              </a:defRPr>
            </a:lvl7pPr>
            <a:lvl8pPr>
              <a:defRPr sz="2400" b="0">
                <a:solidFill>
                  <a:srgbClr val="253F4A"/>
                </a:solidFill>
              </a:defRPr>
            </a:lvl8pPr>
            <a:lvl9pPr>
              <a:defRPr sz="2400" b="0">
                <a:solidFill>
                  <a:srgbClr val="253F4A"/>
                </a:solidFill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53F4A"/>
                </a:solidFill>
              </a:defRPr>
            </a:pPr>
            <a:r>
              <a:rPr sz="2400" b="0">
                <a:solidFill>
                  <a:srgbClr val="253F4A"/>
                </a:solidFill>
              </a:rPr>
              <a:t>Borradores y fotos locales en IndexedDB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68A03C-2A0A-47BB-8828-2A6E6AA10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10100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253F4A"/>
                </a:solidFill>
              </a:defRPr>
            </a:defPPr>
            <a:lvl1pPr>
              <a:defRPr sz="2400" b="0">
                <a:solidFill>
                  <a:srgbClr val="253F4A"/>
                </a:solidFill>
              </a:defRPr>
            </a:lvl1pPr>
            <a:lvl2pPr>
              <a:defRPr sz="2400" b="0">
                <a:solidFill>
                  <a:srgbClr val="253F4A"/>
                </a:solidFill>
              </a:defRPr>
            </a:lvl2pPr>
            <a:lvl3pPr>
              <a:defRPr sz="2400" b="0">
                <a:solidFill>
                  <a:srgbClr val="253F4A"/>
                </a:solidFill>
              </a:defRPr>
            </a:lvl3pPr>
            <a:lvl4pPr>
              <a:defRPr sz="2400" b="0">
                <a:solidFill>
                  <a:srgbClr val="253F4A"/>
                </a:solidFill>
              </a:defRPr>
            </a:lvl4pPr>
            <a:lvl5pPr>
              <a:defRPr sz="2400" b="0">
                <a:solidFill>
                  <a:srgbClr val="253F4A"/>
                </a:solidFill>
              </a:defRPr>
            </a:lvl5pPr>
            <a:lvl6pPr>
              <a:defRPr sz="2400" b="0">
                <a:solidFill>
                  <a:srgbClr val="253F4A"/>
                </a:solidFill>
              </a:defRPr>
            </a:lvl6pPr>
            <a:lvl7pPr>
              <a:defRPr sz="2400" b="0">
                <a:solidFill>
                  <a:srgbClr val="253F4A"/>
                </a:solidFill>
              </a:defRPr>
            </a:lvl7pPr>
            <a:lvl8pPr>
              <a:defRPr sz="2400" b="0">
                <a:solidFill>
                  <a:srgbClr val="253F4A"/>
                </a:solidFill>
              </a:defRPr>
            </a:lvl8pPr>
            <a:lvl9pPr>
              <a:defRPr sz="2400" b="0">
                <a:solidFill>
                  <a:srgbClr val="253F4A"/>
                </a:solidFill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53F4A"/>
                </a:solidFill>
              </a:defRPr>
            </a:pPr>
            <a:r>
              <a:rPr sz="2400" b="0">
                <a:solidFill>
                  <a:srgbClr val="253F4A"/>
                </a:solidFill>
              </a:rPr>
              <a:t>EF Core, Supabase y Storage pendientes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4AC56B-B093-4116-9974-22C3F6094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353175"/>
            <a:ext cx="857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36775"/>
                </a:solidFill>
              </a:defRPr>
            </a:defPPr>
            <a:lvl1pPr>
              <a:defRPr sz="1275" b="0">
                <a:solidFill>
                  <a:srgbClr val="536775"/>
                </a:solidFill>
              </a:defRPr>
            </a:lvl1pPr>
            <a:lvl2pPr>
              <a:defRPr sz="1275" b="0">
                <a:solidFill>
                  <a:srgbClr val="536775"/>
                </a:solidFill>
              </a:defRPr>
            </a:lvl2pPr>
            <a:lvl3pPr>
              <a:defRPr sz="1275" b="0">
                <a:solidFill>
                  <a:srgbClr val="536775"/>
                </a:solidFill>
              </a:defRPr>
            </a:lvl3pPr>
            <a:lvl4pPr>
              <a:defRPr sz="1275" b="0">
                <a:solidFill>
                  <a:srgbClr val="536775"/>
                </a:solidFill>
              </a:defRPr>
            </a:lvl4pPr>
            <a:lvl5pPr>
              <a:defRPr sz="1275" b="0">
                <a:solidFill>
                  <a:srgbClr val="536775"/>
                </a:solidFill>
              </a:defRPr>
            </a:lvl5pPr>
            <a:lvl6pPr>
              <a:defRPr sz="1275" b="0">
                <a:solidFill>
                  <a:srgbClr val="536775"/>
                </a:solidFill>
              </a:defRPr>
            </a:lvl6pPr>
            <a:lvl7pPr>
              <a:defRPr sz="1275" b="0">
                <a:solidFill>
                  <a:srgbClr val="536775"/>
                </a:solidFill>
              </a:defRPr>
            </a:lvl7pPr>
            <a:lvl8pPr>
              <a:defRPr sz="1275" b="0">
                <a:solidFill>
                  <a:srgbClr val="536775"/>
                </a:solidFill>
              </a:defRPr>
            </a:lvl8pPr>
            <a:lvl9pPr>
              <a:defRPr sz="1275" b="0">
                <a:solidFill>
                  <a:srgbClr val="536775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36775"/>
                </a:solidFill>
              </a:defRPr>
            </a:pPr>
            <a:r>
              <a:rPr sz="1275" b="0">
                <a:solidFill>
                  <a:srgbClr val="536775"/>
                </a:solidFill>
              </a:rPr>
              <a:t>7 / 14</a:t>
            </a:r>
          </a:p>
        </p:txBody>
      </p:sp>
    </p:spTree>
    <p:extLst>
      <p:ext uri="{BB962C8B-B14F-4D97-AF65-F5344CB8AC3E}">
        <p14:creationId xmlns:p14="http://schemas.microsoft.com/office/powerpoint/2010/main" val="68654070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72B0BE-6898-40F5-BB30-D78F6CF98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7394B"/>
                </a:solidFill>
              </a:defRPr>
            </a:defPPr>
            <a:lvl1pPr>
              <a:defRPr sz="3450" b="1">
                <a:solidFill>
                  <a:srgbClr val="17394B"/>
                </a:solidFill>
              </a:defRPr>
            </a:lvl1pPr>
            <a:lvl2pPr>
              <a:defRPr sz="3450" b="1">
                <a:solidFill>
                  <a:srgbClr val="17394B"/>
                </a:solidFill>
              </a:defRPr>
            </a:lvl2pPr>
            <a:lvl3pPr>
              <a:defRPr sz="3450" b="1">
                <a:solidFill>
                  <a:srgbClr val="17394B"/>
                </a:solidFill>
              </a:defRPr>
            </a:lvl3pPr>
            <a:lvl4pPr>
              <a:defRPr sz="3450" b="1">
                <a:solidFill>
                  <a:srgbClr val="17394B"/>
                </a:solidFill>
              </a:defRPr>
            </a:lvl4pPr>
            <a:lvl5pPr>
              <a:defRPr sz="3450" b="1">
                <a:solidFill>
                  <a:srgbClr val="17394B"/>
                </a:solidFill>
              </a:defRPr>
            </a:lvl5pPr>
            <a:lvl6pPr>
              <a:defRPr sz="3450" b="1">
                <a:solidFill>
                  <a:srgbClr val="17394B"/>
                </a:solidFill>
              </a:defRPr>
            </a:lvl6pPr>
            <a:lvl7pPr>
              <a:defRPr sz="3450" b="1">
                <a:solidFill>
                  <a:srgbClr val="17394B"/>
                </a:solidFill>
              </a:defRPr>
            </a:lvl7pPr>
            <a:lvl8pPr>
              <a:defRPr sz="3450" b="1">
                <a:solidFill>
                  <a:srgbClr val="17394B"/>
                </a:solidFill>
              </a:defRPr>
            </a:lvl8pPr>
            <a:lvl9pPr>
              <a:defRPr sz="3450" b="1">
                <a:solidFill>
                  <a:srgbClr val="17394B"/>
                </a:solidFill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7394B"/>
                </a:solidFill>
              </a:defRPr>
            </a:pPr>
            <a:r>
              <a:rPr sz="3450" b="1">
                <a:solidFill>
                  <a:srgbClr val="17394B"/>
                </a:solidFill>
              </a:rPr>
              <a:t>Dificultades durante el desarrollo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4B6F3B-ADA2-4847-9B5C-C591A7A27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253F4A"/>
                </a:solidFill>
              </a:defRPr>
            </a:defPPr>
            <a:lvl1pPr>
              <a:defRPr sz="2400" b="0">
                <a:solidFill>
                  <a:srgbClr val="253F4A"/>
                </a:solidFill>
              </a:defRPr>
            </a:lvl1pPr>
            <a:lvl2pPr>
              <a:defRPr sz="2400" b="0">
                <a:solidFill>
                  <a:srgbClr val="253F4A"/>
                </a:solidFill>
              </a:defRPr>
            </a:lvl2pPr>
            <a:lvl3pPr>
              <a:defRPr sz="2400" b="0">
                <a:solidFill>
                  <a:srgbClr val="253F4A"/>
                </a:solidFill>
              </a:defRPr>
            </a:lvl3pPr>
            <a:lvl4pPr>
              <a:defRPr sz="2400" b="0">
                <a:solidFill>
                  <a:srgbClr val="253F4A"/>
                </a:solidFill>
              </a:defRPr>
            </a:lvl4pPr>
            <a:lvl5pPr>
              <a:defRPr sz="2400" b="0">
                <a:solidFill>
                  <a:srgbClr val="253F4A"/>
                </a:solidFill>
              </a:defRPr>
            </a:lvl5pPr>
            <a:lvl6pPr>
              <a:defRPr sz="2400" b="0">
                <a:solidFill>
                  <a:srgbClr val="253F4A"/>
                </a:solidFill>
              </a:defRPr>
            </a:lvl6pPr>
            <a:lvl7pPr>
              <a:defRPr sz="2400" b="0">
                <a:solidFill>
                  <a:srgbClr val="253F4A"/>
                </a:solidFill>
              </a:defRPr>
            </a:lvl7pPr>
            <a:lvl8pPr>
              <a:defRPr sz="2400" b="0">
                <a:solidFill>
                  <a:srgbClr val="253F4A"/>
                </a:solidFill>
              </a:defRPr>
            </a:lvl8pPr>
            <a:lvl9pPr>
              <a:defRPr sz="2400" b="0">
                <a:solidFill>
                  <a:srgbClr val="253F4A"/>
                </a:solidFill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53F4A"/>
                </a:solidFill>
              </a:defRPr>
            </a:pPr>
            <a:r>
              <a:rPr sz="2400" b="0">
                <a:solidFill>
                  <a:srgbClr val="253F4A"/>
                </a:solidFill>
              </a:rPr>
              <a:t>Redefinición del reemplazo físico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28E7C4-6D18-4F8B-8588-FB678AFAE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33700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253F4A"/>
                </a:solidFill>
              </a:defRPr>
            </a:defPPr>
            <a:lvl1pPr>
              <a:defRPr sz="2400" b="0">
                <a:solidFill>
                  <a:srgbClr val="253F4A"/>
                </a:solidFill>
              </a:defRPr>
            </a:lvl1pPr>
            <a:lvl2pPr>
              <a:defRPr sz="2400" b="0">
                <a:solidFill>
                  <a:srgbClr val="253F4A"/>
                </a:solidFill>
              </a:defRPr>
            </a:lvl2pPr>
            <a:lvl3pPr>
              <a:defRPr sz="2400" b="0">
                <a:solidFill>
                  <a:srgbClr val="253F4A"/>
                </a:solidFill>
              </a:defRPr>
            </a:lvl3pPr>
            <a:lvl4pPr>
              <a:defRPr sz="2400" b="0">
                <a:solidFill>
                  <a:srgbClr val="253F4A"/>
                </a:solidFill>
              </a:defRPr>
            </a:lvl4pPr>
            <a:lvl5pPr>
              <a:defRPr sz="2400" b="0">
                <a:solidFill>
                  <a:srgbClr val="253F4A"/>
                </a:solidFill>
              </a:defRPr>
            </a:lvl5pPr>
            <a:lvl6pPr>
              <a:defRPr sz="2400" b="0">
                <a:solidFill>
                  <a:srgbClr val="253F4A"/>
                </a:solidFill>
              </a:defRPr>
            </a:lvl6pPr>
            <a:lvl7pPr>
              <a:defRPr sz="2400" b="0">
                <a:solidFill>
                  <a:srgbClr val="253F4A"/>
                </a:solidFill>
              </a:defRPr>
            </a:lvl7pPr>
            <a:lvl8pPr>
              <a:defRPr sz="2400" b="0">
                <a:solidFill>
                  <a:srgbClr val="253F4A"/>
                </a:solidFill>
              </a:defRPr>
            </a:lvl8pPr>
            <a:lvl9pPr>
              <a:defRPr sz="2400" b="0">
                <a:solidFill>
                  <a:srgbClr val="253F4A"/>
                </a:solidFill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53F4A"/>
                </a:solidFill>
              </a:defRPr>
            </a:pPr>
            <a:r>
              <a:rPr sz="2400" b="0">
                <a:solidFill>
                  <a:srgbClr val="253F4A"/>
                </a:solidFill>
              </a:rPr>
              <a:t>Errores de esquema y relaciones en Supabase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8175AE-2434-4169-B6F3-28BA0CB66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71900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253F4A"/>
                </a:solidFill>
              </a:defRPr>
            </a:defPPr>
            <a:lvl1pPr>
              <a:defRPr sz="2400" b="0">
                <a:solidFill>
                  <a:srgbClr val="253F4A"/>
                </a:solidFill>
              </a:defRPr>
            </a:lvl1pPr>
            <a:lvl2pPr>
              <a:defRPr sz="2400" b="0">
                <a:solidFill>
                  <a:srgbClr val="253F4A"/>
                </a:solidFill>
              </a:defRPr>
            </a:lvl2pPr>
            <a:lvl3pPr>
              <a:defRPr sz="2400" b="0">
                <a:solidFill>
                  <a:srgbClr val="253F4A"/>
                </a:solidFill>
              </a:defRPr>
            </a:lvl3pPr>
            <a:lvl4pPr>
              <a:defRPr sz="2400" b="0">
                <a:solidFill>
                  <a:srgbClr val="253F4A"/>
                </a:solidFill>
              </a:defRPr>
            </a:lvl4pPr>
            <a:lvl5pPr>
              <a:defRPr sz="2400" b="0">
                <a:solidFill>
                  <a:srgbClr val="253F4A"/>
                </a:solidFill>
              </a:defRPr>
            </a:lvl5pPr>
            <a:lvl6pPr>
              <a:defRPr sz="2400" b="0">
                <a:solidFill>
                  <a:srgbClr val="253F4A"/>
                </a:solidFill>
              </a:defRPr>
            </a:lvl6pPr>
            <a:lvl7pPr>
              <a:defRPr sz="2400" b="0">
                <a:solidFill>
                  <a:srgbClr val="253F4A"/>
                </a:solidFill>
              </a:defRPr>
            </a:lvl7pPr>
            <a:lvl8pPr>
              <a:defRPr sz="2400" b="0">
                <a:solidFill>
                  <a:srgbClr val="253F4A"/>
                </a:solidFill>
              </a:defRPr>
            </a:lvl8pPr>
            <a:lvl9pPr>
              <a:defRPr sz="2400" b="0">
                <a:solidFill>
                  <a:srgbClr val="253F4A"/>
                </a:solidFill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53F4A"/>
                </a:solidFill>
              </a:defRPr>
            </a:pPr>
            <a:r>
              <a:rPr sz="2400" b="0">
                <a:solidFill>
                  <a:srgbClr val="253F4A"/>
                </a:solidFill>
              </a:rPr>
              <a:t>API apagada y confusión entre soluciones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1A4604-6F49-42D1-A181-909B68C1E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10100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253F4A"/>
                </a:solidFill>
              </a:defRPr>
            </a:defPPr>
            <a:lvl1pPr>
              <a:defRPr sz="2400" b="0">
                <a:solidFill>
                  <a:srgbClr val="253F4A"/>
                </a:solidFill>
              </a:defRPr>
            </a:lvl1pPr>
            <a:lvl2pPr>
              <a:defRPr sz="2400" b="0">
                <a:solidFill>
                  <a:srgbClr val="253F4A"/>
                </a:solidFill>
              </a:defRPr>
            </a:lvl2pPr>
            <a:lvl3pPr>
              <a:defRPr sz="2400" b="0">
                <a:solidFill>
                  <a:srgbClr val="253F4A"/>
                </a:solidFill>
              </a:defRPr>
            </a:lvl3pPr>
            <a:lvl4pPr>
              <a:defRPr sz="2400" b="0">
                <a:solidFill>
                  <a:srgbClr val="253F4A"/>
                </a:solidFill>
              </a:defRPr>
            </a:lvl4pPr>
            <a:lvl5pPr>
              <a:defRPr sz="2400" b="0">
                <a:solidFill>
                  <a:srgbClr val="253F4A"/>
                </a:solidFill>
              </a:defRPr>
            </a:lvl5pPr>
            <a:lvl6pPr>
              <a:defRPr sz="2400" b="0">
                <a:solidFill>
                  <a:srgbClr val="253F4A"/>
                </a:solidFill>
              </a:defRPr>
            </a:lvl6pPr>
            <a:lvl7pPr>
              <a:defRPr sz="2400" b="0">
                <a:solidFill>
                  <a:srgbClr val="253F4A"/>
                </a:solidFill>
              </a:defRPr>
            </a:lvl7pPr>
            <a:lvl8pPr>
              <a:defRPr sz="2400" b="0">
                <a:solidFill>
                  <a:srgbClr val="253F4A"/>
                </a:solidFill>
              </a:defRPr>
            </a:lvl8pPr>
            <a:lvl9pPr>
              <a:defRPr sz="2400" b="0">
                <a:solidFill>
                  <a:srgbClr val="253F4A"/>
                </a:solidFill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53F4A"/>
                </a:solidFill>
              </a:defRPr>
            </a:pPr>
            <a:r>
              <a:rPr sz="2400" b="0">
                <a:solidFill>
                  <a:srgbClr val="253F4A"/>
                </a:solidFill>
              </a:rPr>
              <a:t>Documentos con estados y responsables anteriores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B85512-7068-4BF9-87C7-C7D67B024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353175"/>
            <a:ext cx="857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36775"/>
                </a:solidFill>
              </a:defRPr>
            </a:defPPr>
            <a:lvl1pPr>
              <a:defRPr sz="1275" b="0">
                <a:solidFill>
                  <a:srgbClr val="536775"/>
                </a:solidFill>
              </a:defRPr>
            </a:lvl1pPr>
            <a:lvl2pPr>
              <a:defRPr sz="1275" b="0">
                <a:solidFill>
                  <a:srgbClr val="536775"/>
                </a:solidFill>
              </a:defRPr>
            </a:lvl2pPr>
            <a:lvl3pPr>
              <a:defRPr sz="1275" b="0">
                <a:solidFill>
                  <a:srgbClr val="536775"/>
                </a:solidFill>
              </a:defRPr>
            </a:lvl3pPr>
            <a:lvl4pPr>
              <a:defRPr sz="1275" b="0">
                <a:solidFill>
                  <a:srgbClr val="536775"/>
                </a:solidFill>
              </a:defRPr>
            </a:lvl4pPr>
            <a:lvl5pPr>
              <a:defRPr sz="1275" b="0">
                <a:solidFill>
                  <a:srgbClr val="536775"/>
                </a:solidFill>
              </a:defRPr>
            </a:lvl5pPr>
            <a:lvl6pPr>
              <a:defRPr sz="1275" b="0">
                <a:solidFill>
                  <a:srgbClr val="536775"/>
                </a:solidFill>
              </a:defRPr>
            </a:lvl6pPr>
            <a:lvl7pPr>
              <a:defRPr sz="1275" b="0">
                <a:solidFill>
                  <a:srgbClr val="536775"/>
                </a:solidFill>
              </a:defRPr>
            </a:lvl7pPr>
            <a:lvl8pPr>
              <a:defRPr sz="1275" b="0">
                <a:solidFill>
                  <a:srgbClr val="536775"/>
                </a:solidFill>
              </a:defRPr>
            </a:lvl8pPr>
            <a:lvl9pPr>
              <a:defRPr sz="1275" b="0">
                <a:solidFill>
                  <a:srgbClr val="536775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36775"/>
                </a:solidFill>
              </a:defRPr>
            </a:pPr>
            <a:r>
              <a:rPr sz="1275" b="0">
                <a:solidFill>
                  <a:srgbClr val="536775"/>
                </a:solidFill>
              </a:rPr>
              <a:t>8 / 14</a:t>
            </a:r>
          </a:p>
        </p:txBody>
      </p:sp>
    </p:spTree>
    <p:extLst>
      <p:ext uri="{BB962C8B-B14F-4D97-AF65-F5344CB8AC3E}">
        <p14:creationId xmlns:p14="http://schemas.microsoft.com/office/powerpoint/2010/main" val="4522632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D3B927-3DD8-45AF-9B4D-80C8FA2C0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7394B"/>
                </a:solidFill>
              </a:defRPr>
            </a:defPPr>
            <a:lvl1pPr>
              <a:defRPr sz="3450" b="1">
                <a:solidFill>
                  <a:srgbClr val="17394B"/>
                </a:solidFill>
              </a:defRPr>
            </a:lvl1pPr>
            <a:lvl2pPr>
              <a:defRPr sz="3450" b="1">
                <a:solidFill>
                  <a:srgbClr val="17394B"/>
                </a:solidFill>
              </a:defRPr>
            </a:lvl2pPr>
            <a:lvl3pPr>
              <a:defRPr sz="3450" b="1">
                <a:solidFill>
                  <a:srgbClr val="17394B"/>
                </a:solidFill>
              </a:defRPr>
            </a:lvl3pPr>
            <a:lvl4pPr>
              <a:defRPr sz="3450" b="1">
                <a:solidFill>
                  <a:srgbClr val="17394B"/>
                </a:solidFill>
              </a:defRPr>
            </a:lvl4pPr>
            <a:lvl5pPr>
              <a:defRPr sz="3450" b="1">
                <a:solidFill>
                  <a:srgbClr val="17394B"/>
                </a:solidFill>
              </a:defRPr>
            </a:lvl5pPr>
            <a:lvl6pPr>
              <a:defRPr sz="3450" b="1">
                <a:solidFill>
                  <a:srgbClr val="17394B"/>
                </a:solidFill>
              </a:defRPr>
            </a:lvl6pPr>
            <a:lvl7pPr>
              <a:defRPr sz="3450" b="1">
                <a:solidFill>
                  <a:srgbClr val="17394B"/>
                </a:solidFill>
              </a:defRPr>
            </a:lvl7pPr>
            <a:lvl8pPr>
              <a:defRPr sz="3450" b="1">
                <a:solidFill>
                  <a:srgbClr val="17394B"/>
                </a:solidFill>
              </a:defRPr>
            </a:lvl8pPr>
            <a:lvl9pPr>
              <a:defRPr sz="3450" b="1">
                <a:solidFill>
                  <a:srgbClr val="17394B"/>
                </a:solidFill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7394B"/>
                </a:solidFill>
              </a:defRPr>
            </a:pPr>
            <a:r>
              <a:rPr sz="3450" b="1">
                <a:solidFill>
                  <a:srgbClr val="17394B"/>
                </a:solidFill>
              </a:rPr>
              <a:t>Incongruencia del modelo de datos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12E35D-4845-4165-9F0E-2CA007127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253F4A"/>
                </a:solidFill>
              </a:defRPr>
            </a:defPPr>
            <a:lvl1pPr>
              <a:defRPr sz="2400" b="0">
                <a:solidFill>
                  <a:srgbClr val="253F4A"/>
                </a:solidFill>
              </a:defRPr>
            </a:lvl1pPr>
            <a:lvl2pPr>
              <a:defRPr sz="2400" b="0">
                <a:solidFill>
                  <a:srgbClr val="253F4A"/>
                </a:solidFill>
              </a:defRPr>
            </a:lvl2pPr>
            <a:lvl3pPr>
              <a:defRPr sz="2400" b="0">
                <a:solidFill>
                  <a:srgbClr val="253F4A"/>
                </a:solidFill>
              </a:defRPr>
            </a:lvl3pPr>
            <a:lvl4pPr>
              <a:defRPr sz="2400" b="0">
                <a:solidFill>
                  <a:srgbClr val="253F4A"/>
                </a:solidFill>
              </a:defRPr>
            </a:lvl4pPr>
            <a:lvl5pPr>
              <a:defRPr sz="2400" b="0">
                <a:solidFill>
                  <a:srgbClr val="253F4A"/>
                </a:solidFill>
              </a:defRPr>
            </a:lvl5pPr>
            <a:lvl6pPr>
              <a:defRPr sz="2400" b="0">
                <a:solidFill>
                  <a:srgbClr val="253F4A"/>
                </a:solidFill>
              </a:defRPr>
            </a:lvl6pPr>
            <a:lvl7pPr>
              <a:defRPr sz="2400" b="0">
                <a:solidFill>
                  <a:srgbClr val="253F4A"/>
                </a:solidFill>
              </a:defRPr>
            </a:lvl7pPr>
            <a:lvl8pPr>
              <a:defRPr sz="2400" b="0">
                <a:solidFill>
                  <a:srgbClr val="253F4A"/>
                </a:solidFill>
              </a:defRPr>
            </a:lvl8pPr>
            <a:lvl9pPr>
              <a:defRPr sz="2400" b="0">
                <a:solidFill>
                  <a:srgbClr val="253F4A"/>
                </a:solidFill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53F4A"/>
                </a:solidFill>
              </a:defRPr>
            </a:pPr>
            <a:r>
              <a:rPr sz="2400" b="0">
                <a:solidFill>
                  <a:srgbClr val="253F4A"/>
                </a:solidFill>
              </a:rPr>
              <a:t>El SQL anterior representa recarga de equipos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525361-93B1-4FB8-80C5-B6D8ADCA8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33700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253F4A"/>
                </a:solidFill>
              </a:defRPr>
            </a:defPPr>
            <a:lvl1pPr>
              <a:defRPr sz="2400" b="0">
                <a:solidFill>
                  <a:srgbClr val="253F4A"/>
                </a:solidFill>
              </a:defRPr>
            </a:lvl1pPr>
            <a:lvl2pPr>
              <a:defRPr sz="2400" b="0">
                <a:solidFill>
                  <a:srgbClr val="253F4A"/>
                </a:solidFill>
              </a:defRPr>
            </a:lvl2pPr>
            <a:lvl3pPr>
              <a:defRPr sz="2400" b="0">
                <a:solidFill>
                  <a:srgbClr val="253F4A"/>
                </a:solidFill>
              </a:defRPr>
            </a:lvl3pPr>
            <a:lvl4pPr>
              <a:defRPr sz="2400" b="0">
                <a:solidFill>
                  <a:srgbClr val="253F4A"/>
                </a:solidFill>
              </a:defRPr>
            </a:lvl4pPr>
            <a:lvl5pPr>
              <a:defRPr sz="2400" b="0">
                <a:solidFill>
                  <a:srgbClr val="253F4A"/>
                </a:solidFill>
              </a:defRPr>
            </a:lvl5pPr>
            <a:lvl6pPr>
              <a:defRPr sz="2400" b="0">
                <a:solidFill>
                  <a:srgbClr val="253F4A"/>
                </a:solidFill>
              </a:defRPr>
            </a:lvl6pPr>
            <a:lvl7pPr>
              <a:defRPr sz="2400" b="0">
                <a:solidFill>
                  <a:srgbClr val="253F4A"/>
                </a:solidFill>
              </a:defRPr>
            </a:lvl7pPr>
            <a:lvl8pPr>
              <a:defRPr sz="2400" b="0">
                <a:solidFill>
                  <a:srgbClr val="253F4A"/>
                </a:solidFill>
              </a:defRPr>
            </a:lvl8pPr>
            <a:lvl9pPr>
              <a:defRPr sz="2400" b="0">
                <a:solidFill>
                  <a:srgbClr val="253F4A"/>
                </a:solidFill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53F4A"/>
                </a:solidFill>
              </a:defRPr>
            </a:pPr>
            <a:r>
              <a:rPr sz="2400" b="0">
                <a:solidFill>
                  <a:srgbClr val="253F4A"/>
                </a:solidFill>
              </a:rPr>
              <a:t>El negocio actual reemplaza cilindros físicos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EF595E-8D02-4EA7-AEB5-8E613578D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71900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253F4A"/>
                </a:solidFill>
              </a:defRPr>
            </a:defPPr>
            <a:lvl1pPr>
              <a:defRPr sz="2400" b="0">
                <a:solidFill>
                  <a:srgbClr val="253F4A"/>
                </a:solidFill>
              </a:defRPr>
            </a:lvl1pPr>
            <a:lvl2pPr>
              <a:defRPr sz="2400" b="0">
                <a:solidFill>
                  <a:srgbClr val="253F4A"/>
                </a:solidFill>
              </a:defRPr>
            </a:lvl2pPr>
            <a:lvl3pPr>
              <a:defRPr sz="2400" b="0">
                <a:solidFill>
                  <a:srgbClr val="253F4A"/>
                </a:solidFill>
              </a:defRPr>
            </a:lvl3pPr>
            <a:lvl4pPr>
              <a:defRPr sz="2400" b="0">
                <a:solidFill>
                  <a:srgbClr val="253F4A"/>
                </a:solidFill>
              </a:defRPr>
            </a:lvl4pPr>
            <a:lvl5pPr>
              <a:defRPr sz="2400" b="0">
                <a:solidFill>
                  <a:srgbClr val="253F4A"/>
                </a:solidFill>
              </a:defRPr>
            </a:lvl5pPr>
            <a:lvl6pPr>
              <a:defRPr sz="2400" b="0">
                <a:solidFill>
                  <a:srgbClr val="253F4A"/>
                </a:solidFill>
              </a:defRPr>
            </a:lvl6pPr>
            <a:lvl7pPr>
              <a:defRPr sz="2400" b="0">
                <a:solidFill>
                  <a:srgbClr val="253F4A"/>
                </a:solidFill>
              </a:defRPr>
            </a:lvl7pPr>
            <a:lvl8pPr>
              <a:defRPr sz="2400" b="0">
                <a:solidFill>
                  <a:srgbClr val="253F4A"/>
                </a:solidFill>
              </a:defRPr>
            </a:lvl8pPr>
            <a:lvl9pPr>
              <a:defRPr sz="2400" b="0">
                <a:solidFill>
                  <a:srgbClr val="253F4A"/>
                </a:solidFill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53F4A"/>
                </a:solidFill>
              </a:defRPr>
            </a:pPr>
            <a:r>
              <a:rPr sz="2400" b="0">
                <a:solidFill>
                  <a:srgbClr val="253F4A"/>
                </a:solidFill>
              </a:rPr>
              <a:t>Faltan relaciones y reglas del nuevo flujo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F86EF9-BEAE-4F2D-967C-82E5289B5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10100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253F4A"/>
                </a:solidFill>
              </a:defRPr>
            </a:defPPr>
            <a:lvl1pPr>
              <a:defRPr sz="2400" b="0">
                <a:solidFill>
                  <a:srgbClr val="253F4A"/>
                </a:solidFill>
              </a:defRPr>
            </a:lvl1pPr>
            <a:lvl2pPr>
              <a:defRPr sz="2400" b="0">
                <a:solidFill>
                  <a:srgbClr val="253F4A"/>
                </a:solidFill>
              </a:defRPr>
            </a:lvl2pPr>
            <a:lvl3pPr>
              <a:defRPr sz="2400" b="0">
                <a:solidFill>
                  <a:srgbClr val="253F4A"/>
                </a:solidFill>
              </a:defRPr>
            </a:lvl3pPr>
            <a:lvl4pPr>
              <a:defRPr sz="2400" b="0">
                <a:solidFill>
                  <a:srgbClr val="253F4A"/>
                </a:solidFill>
              </a:defRPr>
            </a:lvl4pPr>
            <a:lvl5pPr>
              <a:defRPr sz="2400" b="0">
                <a:solidFill>
                  <a:srgbClr val="253F4A"/>
                </a:solidFill>
              </a:defRPr>
            </a:lvl5pPr>
            <a:lvl6pPr>
              <a:defRPr sz="2400" b="0">
                <a:solidFill>
                  <a:srgbClr val="253F4A"/>
                </a:solidFill>
              </a:defRPr>
            </a:lvl6pPr>
            <a:lvl7pPr>
              <a:defRPr sz="2400" b="0">
                <a:solidFill>
                  <a:srgbClr val="253F4A"/>
                </a:solidFill>
              </a:defRPr>
            </a:lvl7pPr>
            <a:lvl8pPr>
              <a:defRPr sz="2400" b="0">
                <a:solidFill>
                  <a:srgbClr val="253F4A"/>
                </a:solidFill>
              </a:defRPr>
            </a:lvl8pPr>
            <a:lvl9pPr>
              <a:defRPr sz="2400" b="0">
                <a:solidFill>
                  <a:srgbClr val="253F4A"/>
                </a:solidFill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53F4A"/>
                </a:solidFill>
              </a:defRPr>
            </a:pPr>
            <a:r>
              <a:rPr sz="2400" b="0">
                <a:solidFill>
                  <a:srgbClr val="253F4A"/>
                </a:solidFill>
              </a:rPr>
              <a:t>El siguiente diseño debe alinear OT y movimientos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D29BD1-5510-40C8-82BE-C7F2D3EAD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353175"/>
            <a:ext cx="857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36775"/>
                </a:solidFill>
              </a:defRPr>
            </a:defPPr>
            <a:lvl1pPr>
              <a:defRPr sz="1275" b="0">
                <a:solidFill>
                  <a:srgbClr val="536775"/>
                </a:solidFill>
              </a:defRPr>
            </a:lvl1pPr>
            <a:lvl2pPr>
              <a:defRPr sz="1275" b="0">
                <a:solidFill>
                  <a:srgbClr val="536775"/>
                </a:solidFill>
              </a:defRPr>
            </a:lvl2pPr>
            <a:lvl3pPr>
              <a:defRPr sz="1275" b="0">
                <a:solidFill>
                  <a:srgbClr val="536775"/>
                </a:solidFill>
              </a:defRPr>
            </a:lvl3pPr>
            <a:lvl4pPr>
              <a:defRPr sz="1275" b="0">
                <a:solidFill>
                  <a:srgbClr val="536775"/>
                </a:solidFill>
              </a:defRPr>
            </a:lvl4pPr>
            <a:lvl5pPr>
              <a:defRPr sz="1275" b="0">
                <a:solidFill>
                  <a:srgbClr val="536775"/>
                </a:solidFill>
              </a:defRPr>
            </a:lvl5pPr>
            <a:lvl6pPr>
              <a:defRPr sz="1275" b="0">
                <a:solidFill>
                  <a:srgbClr val="536775"/>
                </a:solidFill>
              </a:defRPr>
            </a:lvl6pPr>
            <a:lvl7pPr>
              <a:defRPr sz="1275" b="0">
                <a:solidFill>
                  <a:srgbClr val="536775"/>
                </a:solidFill>
              </a:defRPr>
            </a:lvl7pPr>
            <a:lvl8pPr>
              <a:defRPr sz="1275" b="0">
                <a:solidFill>
                  <a:srgbClr val="536775"/>
                </a:solidFill>
              </a:defRPr>
            </a:lvl8pPr>
            <a:lvl9pPr>
              <a:defRPr sz="1275" b="0">
                <a:solidFill>
                  <a:srgbClr val="536775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36775"/>
                </a:solidFill>
              </a:defRPr>
            </a:pPr>
            <a:r>
              <a:rPr sz="1275" b="0">
                <a:solidFill>
                  <a:srgbClr val="536775"/>
                </a:solidFill>
              </a:rPr>
              <a:t>9 / 14</a:t>
            </a:r>
          </a:p>
        </p:txBody>
      </p:sp>
    </p:spTree>
    <p:extLst>
      <p:ext uri="{BB962C8B-B14F-4D97-AF65-F5344CB8AC3E}">
        <p14:creationId xmlns:p14="http://schemas.microsoft.com/office/powerpoint/2010/main" val="188046302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DD02C1-8191-45B0-AB1B-F81E7AE47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7394B"/>
                </a:solidFill>
              </a:defRPr>
            </a:defPPr>
            <a:lvl1pPr>
              <a:defRPr sz="3450" b="1">
                <a:solidFill>
                  <a:srgbClr val="17394B"/>
                </a:solidFill>
              </a:defRPr>
            </a:lvl1pPr>
            <a:lvl2pPr>
              <a:defRPr sz="3450" b="1">
                <a:solidFill>
                  <a:srgbClr val="17394B"/>
                </a:solidFill>
              </a:defRPr>
            </a:lvl2pPr>
            <a:lvl3pPr>
              <a:defRPr sz="3450" b="1">
                <a:solidFill>
                  <a:srgbClr val="17394B"/>
                </a:solidFill>
              </a:defRPr>
            </a:lvl3pPr>
            <a:lvl4pPr>
              <a:defRPr sz="3450" b="1">
                <a:solidFill>
                  <a:srgbClr val="17394B"/>
                </a:solidFill>
              </a:defRPr>
            </a:lvl4pPr>
            <a:lvl5pPr>
              <a:defRPr sz="3450" b="1">
                <a:solidFill>
                  <a:srgbClr val="17394B"/>
                </a:solidFill>
              </a:defRPr>
            </a:lvl5pPr>
            <a:lvl6pPr>
              <a:defRPr sz="3450" b="1">
                <a:solidFill>
                  <a:srgbClr val="17394B"/>
                </a:solidFill>
              </a:defRPr>
            </a:lvl6pPr>
            <a:lvl7pPr>
              <a:defRPr sz="3450" b="1">
                <a:solidFill>
                  <a:srgbClr val="17394B"/>
                </a:solidFill>
              </a:defRPr>
            </a:lvl7pPr>
            <a:lvl8pPr>
              <a:defRPr sz="3450" b="1">
                <a:solidFill>
                  <a:srgbClr val="17394B"/>
                </a:solidFill>
              </a:defRPr>
            </a:lvl8pPr>
            <a:lvl9pPr>
              <a:defRPr sz="3450" b="1">
                <a:solidFill>
                  <a:srgbClr val="17394B"/>
                </a:solidFill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7394B"/>
                </a:solidFill>
              </a:defRPr>
            </a:pPr>
            <a:r>
              <a:rPr sz="3450" b="1">
                <a:solidFill>
                  <a:srgbClr val="17394B"/>
                </a:solidFill>
              </a:rPr>
              <a:t>Problemas técnicos por corregir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F63B0F-BDEE-41DF-B439-1A7741C10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253F4A"/>
                </a:solidFill>
              </a:defRPr>
            </a:defPPr>
            <a:lvl1pPr>
              <a:defRPr sz="2400" b="0">
                <a:solidFill>
                  <a:srgbClr val="253F4A"/>
                </a:solidFill>
              </a:defRPr>
            </a:lvl1pPr>
            <a:lvl2pPr>
              <a:defRPr sz="2400" b="0">
                <a:solidFill>
                  <a:srgbClr val="253F4A"/>
                </a:solidFill>
              </a:defRPr>
            </a:lvl2pPr>
            <a:lvl3pPr>
              <a:defRPr sz="2400" b="0">
                <a:solidFill>
                  <a:srgbClr val="253F4A"/>
                </a:solidFill>
              </a:defRPr>
            </a:lvl3pPr>
            <a:lvl4pPr>
              <a:defRPr sz="2400" b="0">
                <a:solidFill>
                  <a:srgbClr val="253F4A"/>
                </a:solidFill>
              </a:defRPr>
            </a:lvl4pPr>
            <a:lvl5pPr>
              <a:defRPr sz="2400" b="0">
                <a:solidFill>
                  <a:srgbClr val="253F4A"/>
                </a:solidFill>
              </a:defRPr>
            </a:lvl5pPr>
            <a:lvl6pPr>
              <a:defRPr sz="2400" b="0">
                <a:solidFill>
                  <a:srgbClr val="253F4A"/>
                </a:solidFill>
              </a:defRPr>
            </a:lvl6pPr>
            <a:lvl7pPr>
              <a:defRPr sz="2400" b="0">
                <a:solidFill>
                  <a:srgbClr val="253F4A"/>
                </a:solidFill>
              </a:defRPr>
            </a:lvl7pPr>
            <a:lvl8pPr>
              <a:defRPr sz="2400" b="0">
                <a:solidFill>
                  <a:srgbClr val="253F4A"/>
                </a:solidFill>
              </a:defRPr>
            </a:lvl8pPr>
            <a:lvl9pPr>
              <a:defRPr sz="2400" b="0">
                <a:solidFill>
                  <a:srgbClr val="253F4A"/>
                </a:solidFill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53F4A"/>
                </a:solidFill>
              </a:defRPr>
            </a:pPr>
            <a:r>
              <a:rPr sz="2400" b="0">
                <a:solidFill>
                  <a:srgbClr val="253F4A"/>
                </a:solidFill>
              </a:rPr>
              <a:t>Borradores sin descarte pueden bloquear una OT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A03A62-1385-4BF2-9CEB-73A788046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33700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253F4A"/>
                </a:solidFill>
              </a:defRPr>
            </a:defPPr>
            <a:lvl1pPr>
              <a:defRPr sz="2400" b="0">
                <a:solidFill>
                  <a:srgbClr val="253F4A"/>
                </a:solidFill>
              </a:defRPr>
            </a:lvl1pPr>
            <a:lvl2pPr>
              <a:defRPr sz="2400" b="0">
                <a:solidFill>
                  <a:srgbClr val="253F4A"/>
                </a:solidFill>
              </a:defRPr>
            </a:lvl2pPr>
            <a:lvl3pPr>
              <a:defRPr sz="2400" b="0">
                <a:solidFill>
                  <a:srgbClr val="253F4A"/>
                </a:solidFill>
              </a:defRPr>
            </a:lvl3pPr>
            <a:lvl4pPr>
              <a:defRPr sz="2400" b="0">
                <a:solidFill>
                  <a:srgbClr val="253F4A"/>
                </a:solidFill>
              </a:defRPr>
            </a:lvl4pPr>
            <a:lvl5pPr>
              <a:defRPr sz="2400" b="0">
                <a:solidFill>
                  <a:srgbClr val="253F4A"/>
                </a:solidFill>
              </a:defRPr>
            </a:lvl5pPr>
            <a:lvl6pPr>
              <a:defRPr sz="2400" b="0">
                <a:solidFill>
                  <a:srgbClr val="253F4A"/>
                </a:solidFill>
              </a:defRPr>
            </a:lvl6pPr>
            <a:lvl7pPr>
              <a:defRPr sz="2400" b="0">
                <a:solidFill>
                  <a:srgbClr val="253F4A"/>
                </a:solidFill>
              </a:defRPr>
            </a:lvl7pPr>
            <a:lvl8pPr>
              <a:defRPr sz="2400" b="0">
                <a:solidFill>
                  <a:srgbClr val="253F4A"/>
                </a:solidFill>
              </a:defRPr>
            </a:lvl8pPr>
            <a:lvl9pPr>
              <a:defRPr sz="2400" b="0">
                <a:solidFill>
                  <a:srgbClr val="253F4A"/>
                </a:solidFill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53F4A"/>
                </a:solidFill>
              </a:defRPr>
            </a:pPr>
            <a:r>
              <a:rPr sz="2400" b="0">
                <a:solidFill>
                  <a:srgbClr val="253F4A"/>
                </a:solidFill>
              </a:rPr>
              <a:t>Custodia puede confundirse entre varias OT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3E720E-93D0-42C8-B14A-1BFB494F9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71900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253F4A"/>
                </a:solidFill>
              </a:defRPr>
            </a:defPPr>
            <a:lvl1pPr>
              <a:defRPr sz="2400" b="0">
                <a:solidFill>
                  <a:srgbClr val="253F4A"/>
                </a:solidFill>
              </a:defRPr>
            </a:lvl1pPr>
            <a:lvl2pPr>
              <a:defRPr sz="2400" b="0">
                <a:solidFill>
                  <a:srgbClr val="253F4A"/>
                </a:solidFill>
              </a:defRPr>
            </a:lvl2pPr>
            <a:lvl3pPr>
              <a:defRPr sz="2400" b="0">
                <a:solidFill>
                  <a:srgbClr val="253F4A"/>
                </a:solidFill>
              </a:defRPr>
            </a:lvl3pPr>
            <a:lvl4pPr>
              <a:defRPr sz="2400" b="0">
                <a:solidFill>
                  <a:srgbClr val="253F4A"/>
                </a:solidFill>
              </a:defRPr>
            </a:lvl4pPr>
            <a:lvl5pPr>
              <a:defRPr sz="2400" b="0">
                <a:solidFill>
                  <a:srgbClr val="253F4A"/>
                </a:solidFill>
              </a:defRPr>
            </a:lvl5pPr>
            <a:lvl6pPr>
              <a:defRPr sz="2400" b="0">
                <a:solidFill>
                  <a:srgbClr val="253F4A"/>
                </a:solidFill>
              </a:defRPr>
            </a:lvl6pPr>
            <a:lvl7pPr>
              <a:defRPr sz="2400" b="0">
                <a:solidFill>
                  <a:srgbClr val="253F4A"/>
                </a:solidFill>
              </a:defRPr>
            </a:lvl7pPr>
            <a:lvl8pPr>
              <a:defRPr sz="2400" b="0">
                <a:solidFill>
                  <a:srgbClr val="253F4A"/>
                </a:solidFill>
              </a:defRPr>
            </a:lvl8pPr>
            <a:lvl9pPr>
              <a:defRPr sz="2400" b="0">
                <a:solidFill>
                  <a:srgbClr val="253F4A"/>
                </a:solidFill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53F4A"/>
                </a:solidFill>
              </a:defRPr>
            </a:pPr>
            <a:r>
              <a:rPr sz="2400" b="0">
                <a:solidFill>
                  <a:srgbClr val="253F4A"/>
                </a:solidFill>
              </a:rPr>
              <a:t>Edición concurrente y caché requieren ajustes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A757AE-C14D-4D35-9442-D4C886FBF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10100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253F4A"/>
                </a:solidFill>
              </a:defRPr>
            </a:defPPr>
            <a:lvl1pPr>
              <a:defRPr sz="2400" b="0">
                <a:solidFill>
                  <a:srgbClr val="253F4A"/>
                </a:solidFill>
              </a:defRPr>
            </a:lvl1pPr>
            <a:lvl2pPr>
              <a:defRPr sz="2400" b="0">
                <a:solidFill>
                  <a:srgbClr val="253F4A"/>
                </a:solidFill>
              </a:defRPr>
            </a:lvl2pPr>
            <a:lvl3pPr>
              <a:defRPr sz="2400" b="0">
                <a:solidFill>
                  <a:srgbClr val="253F4A"/>
                </a:solidFill>
              </a:defRPr>
            </a:lvl3pPr>
            <a:lvl4pPr>
              <a:defRPr sz="2400" b="0">
                <a:solidFill>
                  <a:srgbClr val="253F4A"/>
                </a:solidFill>
              </a:defRPr>
            </a:lvl4pPr>
            <a:lvl5pPr>
              <a:defRPr sz="2400" b="0">
                <a:solidFill>
                  <a:srgbClr val="253F4A"/>
                </a:solidFill>
              </a:defRPr>
            </a:lvl5pPr>
            <a:lvl6pPr>
              <a:defRPr sz="2400" b="0">
                <a:solidFill>
                  <a:srgbClr val="253F4A"/>
                </a:solidFill>
              </a:defRPr>
            </a:lvl6pPr>
            <a:lvl7pPr>
              <a:defRPr sz="2400" b="0">
                <a:solidFill>
                  <a:srgbClr val="253F4A"/>
                </a:solidFill>
              </a:defRPr>
            </a:lvl7pPr>
            <a:lvl8pPr>
              <a:defRPr sz="2400" b="0">
                <a:solidFill>
                  <a:srgbClr val="253F4A"/>
                </a:solidFill>
              </a:defRPr>
            </a:lvl8pPr>
            <a:lvl9pPr>
              <a:defRPr sz="2400" b="0">
                <a:solidFill>
                  <a:srgbClr val="253F4A"/>
                </a:solidFill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53F4A"/>
                </a:solidFill>
              </a:defRPr>
            </a:pPr>
            <a:r>
              <a:rPr sz="2400" b="0">
                <a:solidFill>
                  <a:srgbClr val="253F4A"/>
                </a:solidFill>
              </a:rPr>
              <a:t>El cálculo de límites aún no está implementado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F171B2-5149-4D0D-AC10-FA6A6028A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353175"/>
            <a:ext cx="857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36775"/>
                </a:solidFill>
              </a:defRPr>
            </a:defPPr>
            <a:lvl1pPr>
              <a:defRPr sz="1275" b="0">
                <a:solidFill>
                  <a:srgbClr val="536775"/>
                </a:solidFill>
              </a:defRPr>
            </a:lvl1pPr>
            <a:lvl2pPr>
              <a:defRPr sz="1275" b="0">
                <a:solidFill>
                  <a:srgbClr val="536775"/>
                </a:solidFill>
              </a:defRPr>
            </a:lvl2pPr>
            <a:lvl3pPr>
              <a:defRPr sz="1275" b="0">
                <a:solidFill>
                  <a:srgbClr val="536775"/>
                </a:solidFill>
              </a:defRPr>
            </a:lvl3pPr>
            <a:lvl4pPr>
              <a:defRPr sz="1275" b="0">
                <a:solidFill>
                  <a:srgbClr val="536775"/>
                </a:solidFill>
              </a:defRPr>
            </a:lvl4pPr>
            <a:lvl5pPr>
              <a:defRPr sz="1275" b="0">
                <a:solidFill>
                  <a:srgbClr val="536775"/>
                </a:solidFill>
              </a:defRPr>
            </a:lvl5pPr>
            <a:lvl6pPr>
              <a:defRPr sz="1275" b="0">
                <a:solidFill>
                  <a:srgbClr val="536775"/>
                </a:solidFill>
              </a:defRPr>
            </a:lvl6pPr>
            <a:lvl7pPr>
              <a:defRPr sz="1275" b="0">
                <a:solidFill>
                  <a:srgbClr val="536775"/>
                </a:solidFill>
              </a:defRPr>
            </a:lvl7pPr>
            <a:lvl8pPr>
              <a:defRPr sz="1275" b="0">
                <a:solidFill>
                  <a:srgbClr val="536775"/>
                </a:solidFill>
              </a:defRPr>
            </a:lvl8pPr>
            <a:lvl9pPr>
              <a:defRPr sz="1275" b="0">
                <a:solidFill>
                  <a:srgbClr val="536775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36775"/>
                </a:solidFill>
              </a:defRPr>
            </a:pPr>
            <a:r>
              <a:rPr sz="1275" b="0">
                <a:solidFill>
                  <a:srgbClr val="536775"/>
                </a:solidFill>
              </a:rPr>
              <a:t>10 / 14</a:t>
            </a:r>
          </a:p>
        </p:txBody>
      </p:sp>
    </p:spTree>
    <p:extLst>
      <p:ext uri="{BB962C8B-B14F-4D97-AF65-F5344CB8AC3E}">
        <p14:creationId xmlns:p14="http://schemas.microsoft.com/office/powerpoint/2010/main" val="97749006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A3855E-44EC-49E7-AAE9-F3230542B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7394B"/>
                </a:solidFill>
              </a:defRPr>
            </a:defPPr>
            <a:lvl1pPr>
              <a:defRPr sz="3450" b="1">
                <a:solidFill>
                  <a:srgbClr val="17394B"/>
                </a:solidFill>
              </a:defRPr>
            </a:lvl1pPr>
            <a:lvl2pPr>
              <a:defRPr sz="3450" b="1">
                <a:solidFill>
                  <a:srgbClr val="17394B"/>
                </a:solidFill>
              </a:defRPr>
            </a:lvl2pPr>
            <a:lvl3pPr>
              <a:defRPr sz="3450" b="1">
                <a:solidFill>
                  <a:srgbClr val="17394B"/>
                </a:solidFill>
              </a:defRPr>
            </a:lvl3pPr>
            <a:lvl4pPr>
              <a:defRPr sz="3450" b="1">
                <a:solidFill>
                  <a:srgbClr val="17394B"/>
                </a:solidFill>
              </a:defRPr>
            </a:lvl4pPr>
            <a:lvl5pPr>
              <a:defRPr sz="3450" b="1">
                <a:solidFill>
                  <a:srgbClr val="17394B"/>
                </a:solidFill>
              </a:defRPr>
            </a:lvl5pPr>
            <a:lvl6pPr>
              <a:defRPr sz="3450" b="1">
                <a:solidFill>
                  <a:srgbClr val="17394B"/>
                </a:solidFill>
              </a:defRPr>
            </a:lvl6pPr>
            <a:lvl7pPr>
              <a:defRPr sz="3450" b="1">
                <a:solidFill>
                  <a:srgbClr val="17394B"/>
                </a:solidFill>
              </a:defRPr>
            </a:lvl7pPr>
            <a:lvl8pPr>
              <a:defRPr sz="3450" b="1">
                <a:solidFill>
                  <a:srgbClr val="17394B"/>
                </a:solidFill>
              </a:defRPr>
            </a:lvl8pPr>
            <a:lvl9pPr>
              <a:defRPr sz="3450" b="1">
                <a:solidFill>
                  <a:srgbClr val="17394B"/>
                </a:solidFill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7394B"/>
                </a:solidFill>
              </a:defRPr>
            </a:pPr>
            <a:r>
              <a:rPr sz="3450" b="1">
                <a:solidFill>
                  <a:srgbClr val="17394B"/>
                </a:solidFill>
              </a:rPr>
              <a:t>Módulo de gráficos con Power BI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B58716-AEBF-40F6-AC10-FA724E3F1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253F4A"/>
                </a:solidFill>
              </a:defRPr>
            </a:defPPr>
            <a:lvl1pPr>
              <a:defRPr sz="2400" b="0">
                <a:solidFill>
                  <a:srgbClr val="253F4A"/>
                </a:solidFill>
              </a:defRPr>
            </a:lvl1pPr>
            <a:lvl2pPr>
              <a:defRPr sz="2400" b="0">
                <a:solidFill>
                  <a:srgbClr val="253F4A"/>
                </a:solidFill>
              </a:defRPr>
            </a:lvl2pPr>
            <a:lvl3pPr>
              <a:defRPr sz="2400" b="0">
                <a:solidFill>
                  <a:srgbClr val="253F4A"/>
                </a:solidFill>
              </a:defRPr>
            </a:lvl3pPr>
            <a:lvl4pPr>
              <a:defRPr sz="2400" b="0">
                <a:solidFill>
                  <a:srgbClr val="253F4A"/>
                </a:solidFill>
              </a:defRPr>
            </a:lvl4pPr>
            <a:lvl5pPr>
              <a:defRPr sz="2400" b="0">
                <a:solidFill>
                  <a:srgbClr val="253F4A"/>
                </a:solidFill>
              </a:defRPr>
            </a:lvl5pPr>
            <a:lvl6pPr>
              <a:defRPr sz="2400" b="0">
                <a:solidFill>
                  <a:srgbClr val="253F4A"/>
                </a:solidFill>
              </a:defRPr>
            </a:lvl6pPr>
            <a:lvl7pPr>
              <a:defRPr sz="2400" b="0">
                <a:solidFill>
                  <a:srgbClr val="253F4A"/>
                </a:solidFill>
              </a:defRPr>
            </a:lvl7pPr>
            <a:lvl8pPr>
              <a:defRPr sz="2400" b="0">
                <a:solidFill>
                  <a:srgbClr val="253F4A"/>
                </a:solidFill>
              </a:defRPr>
            </a:lvl8pPr>
            <a:lvl9pPr>
              <a:defRPr sz="2400" b="0">
                <a:solidFill>
                  <a:srgbClr val="253F4A"/>
                </a:solidFill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53F4A"/>
                </a:solidFill>
              </a:defRPr>
            </a:pPr>
            <a:r>
              <a:rPr sz="2400" b="0">
                <a:solidFill>
                  <a:srgbClr val="253F4A"/>
                </a:solidFill>
              </a:rPr>
              <a:t>Inventario y estado de las OT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78D1E4-0FBB-4218-A6C1-51DFD794C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33700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253F4A"/>
                </a:solidFill>
              </a:defRPr>
            </a:defPPr>
            <a:lvl1pPr>
              <a:defRPr sz="2400" b="0">
                <a:solidFill>
                  <a:srgbClr val="253F4A"/>
                </a:solidFill>
              </a:defRPr>
            </a:lvl1pPr>
            <a:lvl2pPr>
              <a:defRPr sz="2400" b="0">
                <a:solidFill>
                  <a:srgbClr val="253F4A"/>
                </a:solidFill>
              </a:defRPr>
            </a:lvl2pPr>
            <a:lvl3pPr>
              <a:defRPr sz="2400" b="0">
                <a:solidFill>
                  <a:srgbClr val="253F4A"/>
                </a:solidFill>
              </a:defRPr>
            </a:lvl3pPr>
            <a:lvl4pPr>
              <a:defRPr sz="2400" b="0">
                <a:solidFill>
                  <a:srgbClr val="253F4A"/>
                </a:solidFill>
              </a:defRPr>
            </a:lvl4pPr>
            <a:lvl5pPr>
              <a:defRPr sz="2400" b="0">
                <a:solidFill>
                  <a:srgbClr val="253F4A"/>
                </a:solidFill>
              </a:defRPr>
            </a:lvl5pPr>
            <a:lvl6pPr>
              <a:defRPr sz="2400" b="0">
                <a:solidFill>
                  <a:srgbClr val="253F4A"/>
                </a:solidFill>
              </a:defRPr>
            </a:lvl6pPr>
            <a:lvl7pPr>
              <a:defRPr sz="2400" b="0">
                <a:solidFill>
                  <a:srgbClr val="253F4A"/>
                </a:solidFill>
              </a:defRPr>
            </a:lvl7pPr>
            <a:lvl8pPr>
              <a:defRPr sz="2400" b="0">
                <a:solidFill>
                  <a:srgbClr val="253F4A"/>
                </a:solidFill>
              </a:defRPr>
            </a:lvl8pPr>
            <a:lvl9pPr>
              <a:defRPr sz="2400" b="0">
                <a:solidFill>
                  <a:srgbClr val="253F4A"/>
                </a:solidFill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53F4A"/>
                </a:solidFill>
              </a:defRPr>
            </a:pPr>
            <a:r>
              <a:rPr sz="2400" b="0">
                <a:solidFill>
                  <a:srgbClr val="253F4A"/>
                </a:solidFill>
              </a:rPr>
              <a:t>Solicitado, autorizado y realizado por sucursal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7B8C6F-1DB9-4C6C-B1D2-54E4CC0DB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71900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253F4A"/>
                </a:solidFill>
              </a:defRPr>
            </a:defPPr>
            <a:lvl1pPr>
              <a:defRPr sz="2400" b="0">
                <a:solidFill>
                  <a:srgbClr val="253F4A"/>
                </a:solidFill>
              </a:defRPr>
            </a:lvl1pPr>
            <a:lvl2pPr>
              <a:defRPr sz="2400" b="0">
                <a:solidFill>
                  <a:srgbClr val="253F4A"/>
                </a:solidFill>
              </a:defRPr>
            </a:lvl2pPr>
            <a:lvl3pPr>
              <a:defRPr sz="2400" b="0">
                <a:solidFill>
                  <a:srgbClr val="253F4A"/>
                </a:solidFill>
              </a:defRPr>
            </a:lvl3pPr>
            <a:lvl4pPr>
              <a:defRPr sz="2400" b="0">
                <a:solidFill>
                  <a:srgbClr val="253F4A"/>
                </a:solidFill>
              </a:defRPr>
            </a:lvl4pPr>
            <a:lvl5pPr>
              <a:defRPr sz="2400" b="0">
                <a:solidFill>
                  <a:srgbClr val="253F4A"/>
                </a:solidFill>
              </a:defRPr>
            </a:lvl5pPr>
            <a:lvl6pPr>
              <a:defRPr sz="2400" b="0">
                <a:solidFill>
                  <a:srgbClr val="253F4A"/>
                </a:solidFill>
              </a:defRPr>
            </a:lvl6pPr>
            <a:lvl7pPr>
              <a:defRPr sz="2400" b="0">
                <a:solidFill>
                  <a:srgbClr val="253F4A"/>
                </a:solidFill>
              </a:defRPr>
            </a:lvl7pPr>
            <a:lvl8pPr>
              <a:defRPr sz="2400" b="0">
                <a:solidFill>
                  <a:srgbClr val="253F4A"/>
                </a:solidFill>
              </a:defRPr>
            </a:lvl8pPr>
            <a:lvl9pPr>
              <a:defRPr sz="2400" b="0">
                <a:solidFill>
                  <a:srgbClr val="253F4A"/>
                </a:solidFill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53F4A"/>
                </a:solidFill>
              </a:defRPr>
            </a:pPr>
            <a:r>
              <a:rPr sz="2400" b="0">
                <a:solidFill>
                  <a:srgbClr val="253F4A"/>
                </a:solidFill>
              </a:rPr>
              <a:t>Límites, costos e indicadores ambientales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D4054E-9F33-4E05-82B8-F76846218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10100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253F4A"/>
                </a:solidFill>
              </a:defRPr>
            </a:defPPr>
            <a:lvl1pPr>
              <a:defRPr sz="2400" b="0">
                <a:solidFill>
                  <a:srgbClr val="253F4A"/>
                </a:solidFill>
              </a:defRPr>
            </a:lvl1pPr>
            <a:lvl2pPr>
              <a:defRPr sz="2400" b="0">
                <a:solidFill>
                  <a:srgbClr val="253F4A"/>
                </a:solidFill>
              </a:defRPr>
            </a:lvl2pPr>
            <a:lvl3pPr>
              <a:defRPr sz="2400" b="0">
                <a:solidFill>
                  <a:srgbClr val="253F4A"/>
                </a:solidFill>
              </a:defRPr>
            </a:lvl3pPr>
            <a:lvl4pPr>
              <a:defRPr sz="2400" b="0">
                <a:solidFill>
                  <a:srgbClr val="253F4A"/>
                </a:solidFill>
              </a:defRPr>
            </a:lvl4pPr>
            <a:lvl5pPr>
              <a:defRPr sz="2400" b="0">
                <a:solidFill>
                  <a:srgbClr val="253F4A"/>
                </a:solidFill>
              </a:defRPr>
            </a:lvl5pPr>
            <a:lvl6pPr>
              <a:defRPr sz="2400" b="0">
                <a:solidFill>
                  <a:srgbClr val="253F4A"/>
                </a:solidFill>
              </a:defRPr>
            </a:lvl6pPr>
            <a:lvl7pPr>
              <a:defRPr sz="2400" b="0">
                <a:solidFill>
                  <a:srgbClr val="253F4A"/>
                </a:solidFill>
              </a:defRPr>
            </a:lvl7pPr>
            <a:lvl8pPr>
              <a:defRPr sz="2400" b="0">
                <a:solidFill>
                  <a:srgbClr val="253F4A"/>
                </a:solidFill>
              </a:defRPr>
            </a:lvl8pPr>
            <a:lvl9pPr>
              <a:defRPr sz="2400" b="0">
                <a:solidFill>
                  <a:srgbClr val="253F4A"/>
                </a:solidFill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53F4A"/>
                </a:solidFill>
              </a:defRPr>
            </a:pPr>
            <a:r>
              <a:rPr sz="2400" b="0">
                <a:solidFill>
                  <a:srgbClr val="253F4A"/>
                </a:solidFill>
              </a:rPr>
              <a:t>Fuentes, fórmulas y acceso por definir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E6D598-F115-465C-9881-362BA8EA3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353175"/>
            <a:ext cx="857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36775"/>
                </a:solidFill>
              </a:defRPr>
            </a:defPPr>
            <a:lvl1pPr>
              <a:defRPr sz="1275" b="0">
                <a:solidFill>
                  <a:srgbClr val="536775"/>
                </a:solidFill>
              </a:defRPr>
            </a:lvl1pPr>
            <a:lvl2pPr>
              <a:defRPr sz="1275" b="0">
                <a:solidFill>
                  <a:srgbClr val="536775"/>
                </a:solidFill>
              </a:defRPr>
            </a:lvl2pPr>
            <a:lvl3pPr>
              <a:defRPr sz="1275" b="0">
                <a:solidFill>
                  <a:srgbClr val="536775"/>
                </a:solidFill>
              </a:defRPr>
            </a:lvl3pPr>
            <a:lvl4pPr>
              <a:defRPr sz="1275" b="0">
                <a:solidFill>
                  <a:srgbClr val="536775"/>
                </a:solidFill>
              </a:defRPr>
            </a:lvl4pPr>
            <a:lvl5pPr>
              <a:defRPr sz="1275" b="0">
                <a:solidFill>
                  <a:srgbClr val="536775"/>
                </a:solidFill>
              </a:defRPr>
            </a:lvl5pPr>
            <a:lvl6pPr>
              <a:defRPr sz="1275" b="0">
                <a:solidFill>
                  <a:srgbClr val="536775"/>
                </a:solidFill>
              </a:defRPr>
            </a:lvl6pPr>
            <a:lvl7pPr>
              <a:defRPr sz="1275" b="0">
                <a:solidFill>
                  <a:srgbClr val="536775"/>
                </a:solidFill>
              </a:defRPr>
            </a:lvl7pPr>
            <a:lvl8pPr>
              <a:defRPr sz="1275" b="0">
                <a:solidFill>
                  <a:srgbClr val="536775"/>
                </a:solidFill>
              </a:defRPr>
            </a:lvl8pPr>
            <a:lvl9pPr>
              <a:defRPr sz="1275" b="0">
                <a:solidFill>
                  <a:srgbClr val="536775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36775"/>
                </a:solidFill>
              </a:defRPr>
            </a:pPr>
            <a:r>
              <a:rPr sz="1275" b="0">
                <a:solidFill>
                  <a:srgbClr val="536775"/>
                </a:solidFill>
              </a:rPr>
              <a:t>11 / 14</a:t>
            </a:r>
          </a:p>
        </p:txBody>
      </p:sp>
    </p:spTree>
    <p:extLst>
      <p:ext uri="{BB962C8B-B14F-4D97-AF65-F5344CB8AC3E}">
        <p14:creationId xmlns:p14="http://schemas.microsoft.com/office/powerpoint/2010/main" val="165636974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DDCA2B-2C0A-489D-8F50-7A414384C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7394B"/>
                </a:solidFill>
              </a:defRPr>
            </a:defPPr>
            <a:lvl1pPr>
              <a:defRPr sz="3450" b="1">
                <a:solidFill>
                  <a:srgbClr val="17394B"/>
                </a:solidFill>
              </a:defRPr>
            </a:lvl1pPr>
            <a:lvl2pPr>
              <a:defRPr sz="3450" b="1">
                <a:solidFill>
                  <a:srgbClr val="17394B"/>
                </a:solidFill>
              </a:defRPr>
            </a:lvl2pPr>
            <a:lvl3pPr>
              <a:defRPr sz="3450" b="1">
                <a:solidFill>
                  <a:srgbClr val="17394B"/>
                </a:solidFill>
              </a:defRPr>
            </a:lvl3pPr>
            <a:lvl4pPr>
              <a:defRPr sz="3450" b="1">
                <a:solidFill>
                  <a:srgbClr val="17394B"/>
                </a:solidFill>
              </a:defRPr>
            </a:lvl4pPr>
            <a:lvl5pPr>
              <a:defRPr sz="3450" b="1">
                <a:solidFill>
                  <a:srgbClr val="17394B"/>
                </a:solidFill>
              </a:defRPr>
            </a:lvl5pPr>
            <a:lvl6pPr>
              <a:defRPr sz="3450" b="1">
                <a:solidFill>
                  <a:srgbClr val="17394B"/>
                </a:solidFill>
              </a:defRPr>
            </a:lvl6pPr>
            <a:lvl7pPr>
              <a:defRPr sz="3450" b="1">
                <a:solidFill>
                  <a:srgbClr val="17394B"/>
                </a:solidFill>
              </a:defRPr>
            </a:lvl7pPr>
            <a:lvl8pPr>
              <a:defRPr sz="3450" b="1">
                <a:solidFill>
                  <a:srgbClr val="17394B"/>
                </a:solidFill>
              </a:defRPr>
            </a:lvl8pPr>
            <a:lvl9pPr>
              <a:defRPr sz="3450" b="1">
                <a:solidFill>
                  <a:srgbClr val="17394B"/>
                </a:solidFill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7394B"/>
                </a:solidFill>
              </a:defRPr>
            </a:pPr>
            <a:r>
              <a:rPr sz="3450" b="1">
                <a:solidFill>
                  <a:srgbClr val="17394B"/>
                </a:solidFill>
              </a:rPr>
              <a:t>Próximos incrementos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742378-ED3E-4B52-B20B-3C8186882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253F4A"/>
                </a:solidFill>
              </a:defRPr>
            </a:defPPr>
            <a:lvl1pPr>
              <a:defRPr sz="2400" b="0">
                <a:solidFill>
                  <a:srgbClr val="253F4A"/>
                </a:solidFill>
              </a:defRPr>
            </a:lvl1pPr>
            <a:lvl2pPr>
              <a:defRPr sz="2400" b="0">
                <a:solidFill>
                  <a:srgbClr val="253F4A"/>
                </a:solidFill>
              </a:defRPr>
            </a:lvl2pPr>
            <a:lvl3pPr>
              <a:defRPr sz="2400" b="0">
                <a:solidFill>
                  <a:srgbClr val="253F4A"/>
                </a:solidFill>
              </a:defRPr>
            </a:lvl3pPr>
            <a:lvl4pPr>
              <a:defRPr sz="2400" b="0">
                <a:solidFill>
                  <a:srgbClr val="253F4A"/>
                </a:solidFill>
              </a:defRPr>
            </a:lvl4pPr>
            <a:lvl5pPr>
              <a:defRPr sz="2400" b="0">
                <a:solidFill>
                  <a:srgbClr val="253F4A"/>
                </a:solidFill>
              </a:defRPr>
            </a:lvl5pPr>
            <a:lvl6pPr>
              <a:defRPr sz="2400" b="0">
                <a:solidFill>
                  <a:srgbClr val="253F4A"/>
                </a:solidFill>
              </a:defRPr>
            </a:lvl6pPr>
            <a:lvl7pPr>
              <a:defRPr sz="2400" b="0">
                <a:solidFill>
                  <a:srgbClr val="253F4A"/>
                </a:solidFill>
              </a:defRPr>
            </a:lvl7pPr>
            <a:lvl8pPr>
              <a:defRPr sz="2400" b="0">
                <a:solidFill>
                  <a:srgbClr val="253F4A"/>
                </a:solidFill>
              </a:defRPr>
            </a:lvl8pPr>
            <a:lvl9pPr>
              <a:defRPr sz="2400" b="0">
                <a:solidFill>
                  <a:srgbClr val="253F4A"/>
                </a:solidFill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53F4A"/>
                </a:solidFill>
              </a:defRPr>
            </a:pPr>
            <a:r>
              <a:rPr sz="2400" b="0">
                <a:solidFill>
                  <a:srgbClr val="253F4A"/>
                </a:solidFill>
              </a:rPr>
              <a:t>1  Comprobar y estabilizar una OT completa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BD26CA-36C4-47A4-A372-925E18EC8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33700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253F4A"/>
                </a:solidFill>
              </a:defRPr>
            </a:defPPr>
            <a:lvl1pPr>
              <a:defRPr sz="2400" b="0">
                <a:solidFill>
                  <a:srgbClr val="253F4A"/>
                </a:solidFill>
              </a:defRPr>
            </a:lvl1pPr>
            <a:lvl2pPr>
              <a:defRPr sz="2400" b="0">
                <a:solidFill>
                  <a:srgbClr val="253F4A"/>
                </a:solidFill>
              </a:defRPr>
            </a:lvl2pPr>
            <a:lvl3pPr>
              <a:defRPr sz="2400" b="0">
                <a:solidFill>
                  <a:srgbClr val="253F4A"/>
                </a:solidFill>
              </a:defRPr>
            </a:lvl3pPr>
            <a:lvl4pPr>
              <a:defRPr sz="2400" b="0">
                <a:solidFill>
                  <a:srgbClr val="253F4A"/>
                </a:solidFill>
              </a:defRPr>
            </a:lvl4pPr>
            <a:lvl5pPr>
              <a:defRPr sz="2400" b="0">
                <a:solidFill>
                  <a:srgbClr val="253F4A"/>
                </a:solidFill>
              </a:defRPr>
            </a:lvl5pPr>
            <a:lvl6pPr>
              <a:defRPr sz="2400" b="0">
                <a:solidFill>
                  <a:srgbClr val="253F4A"/>
                </a:solidFill>
              </a:defRPr>
            </a:lvl6pPr>
            <a:lvl7pPr>
              <a:defRPr sz="2400" b="0">
                <a:solidFill>
                  <a:srgbClr val="253F4A"/>
                </a:solidFill>
              </a:defRPr>
            </a:lvl7pPr>
            <a:lvl8pPr>
              <a:defRPr sz="2400" b="0">
                <a:solidFill>
                  <a:srgbClr val="253F4A"/>
                </a:solidFill>
              </a:defRPr>
            </a:lvl8pPr>
            <a:lvl9pPr>
              <a:defRPr sz="2400" b="0">
                <a:solidFill>
                  <a:srgbClr val="253F4A"/>
                </a:solidFill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53F4A"/>
                </a:solidFill>
              </a:defRPr>
            </a:pPr>
            <a:r>
              <a:rPr sz="2400" b="0">
                <a:solidFill>
                  <a:srgbClr val="253F4A"/>
                </a:solidFill>
              </a:rPr>
              <a:t>2  Alinear el MER y persistir datos y fotos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6E89B3-C878-480C-8A85-6B36AC4D8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71900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253F4A"/>
                </a:solidFill>
              </a:defRPr>
            </a:defPPr>
            <a:lvl1pPr>
              <a:defRPr sz="2400" b="0">
                <a:solidFill>
                  <a:srgbClr val="253F4A"/>
                </a:solidFill>
              </a:defRPr>
            </a:lvl1pPr>
            <a:lvl2pPr>
              <a:defRPr sz="2400" b="0">
                <a:solidFill>
                  <a:srgbClr val="253F4A"/>
                </a:solidFill>
              </a:defRPr>
            </a:lvl2pPr>
            <a:lvl3pPr>
              <a:defRPr sz="2400" b="0">
                <a:solidFill>
                  <a:srgbClr val="253F4A"/>
                </a:solidFill>
              </a:defRPr>
            </a:lvl3pPr>
            <a:lvl4pPr>
              <a:defRPr sz="2400" b="0">
                <a:solidFill>
                  <a:srgbClr val="253F4A"/>
                </a:solidFill>
              </a:defRPr>
            </a:lvl4pPr>
            <a:lvl5pPr>
              <a:defRPr sz="2400" b="0">
                <a:solidFill>
                  <a:srgbClr val="253F4A"/>
                </a:solidFill>
              </a:defRPr>
            </a:lvl5pPr>
            <a:lvl6pPr>
              <a:defRPr sz="2400" b="0">
                <a:solidFill>
                  <a:srgbClr val="253F4A"/>
                </a:solidFill>
              </a:defRPr>
            </a:lvl6pPr>
            <a:lvl7pPr>
              <a:defRPr sz="2400" b="0">
                <a:solidFill>
                  <a:srgbClr val="253F4A"/>
                </a:solidFill>
              </a:defRPr>
            </a:lvl7pPr>
            <a:lvl8pPr>
              <a:defRPr sz="2400" b="0">
                <a:solidFill>
                  <a:srgbClr val="253F4A"/>
                </a:solidFill>
              </a:defRPr>
            </a:lvl8pPr>
            <a:lvl9pPr>
              <a:defRPr sz="2400" b="0">
                <a:solidFill>
                  <a:srgbClr val="253F4A"/>
                </a:solidFill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53F4A"/>
                </a:solidFill>
              </a:defRPr>
            </a:pPr>
            <a:r>
              <a:rPr sz="2400" b="0">
                <a:solidFill>
                  <a:srgbClr val="253F4A"/>
                </a:solidFill>
              </a:rPr>
              <a:t>3  Incorporar usuarios, límites y rectificaciones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4C4D62-33E3-4DF7-A2E4-9478AE9AF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10100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253F4A"/>
                </a:solidFill>
              </a:defRPr>
            </a:defPPr>
            <a:lvl1pPr>
              <a:defRPr sz="2400" b="0">
                <a:solidFill>
                  <a:srgbClr val="253F4A"/>
                </a:solidFill>
              </a:defRPr>
            </a:lvl1pPr>
            <a:lvl2pPr>
              <a:defRPr sz="2400" b="0">
                <a:solidFill>
                  <a:srgbClr val="253F4A"/>
                </a:solidFill>
              </a:defRPr>
            </a:lvl2pPr>
            <a:lvl3pPr>
              <a:defRPr sz="2400" b="0">
                <a:solidFill>
                  <a:srgbClr val="253F4A"/>
                </a:solidFill>
              </a:defRPr>
            </a:lvl3pPr>
            <a:lvl4pPr>
              <a:defRPr sz="2400" b="0">
                <a:solidFill>
                  <a:srgbClr val="253F4A"/>
                </a:solidFill>
              </a:defRPr>
            </a:lvl4pPr>
            <a:lvl5pPr>
              <a:defRPr sz="2400" b="0">
                <a:solidFill>
                  <a:srgbClr val="253F4A"/>
                </a:solidFill>
              </a:defRPr>
            </a:lvl5pPr>
            <a:lvl6pPr>
              <a:defRPr sz="2400" b="0">
                <a:solidFill>
                  <a:srgbClr val="253F4A"/>
                </a:solidFill>
              </a:defRPr>
            </a:lvl6pPr>
            <a:lvl7pPr>
              <a:defRPr sz="2400" b="0">
                <a:solidFill>
                  <a:srgbClr val="253F4A"/>
                </a:solidFill>
              </a:defRPr>
            </a:lvl7pPr>
            <a:lvl8pPr>
              <a:defRPr sz="2400" b="0">
                <a:solidFill>
                  <a:srgbClr val="253F4A"/>
                </a:solidFill>
              </a:defRPr>
            </a:lvl8pPr>
            <a:lvl9pPr>
              <a:defRPr sz="2400" b="0">
                <a:solidFill>
                  <a:srgbClr val="253F4A"/>
                </a:solidFill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53F4A"/>
                </a:solidFill>
              </a:defRPr>
            </a:pPr>
            <a:r>
              <a:rPr sz="2400" b="0">
                <a:solidFill>
                  <a:srgbClr val="253F4A"/>
                </a:solidFill>
              </a:rPr>
              <a:t>4  Conectar Power BI y ampliar la validación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A0CB58-7BE3-413C-AB47-6B3DE67E5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353175"/>
            <a:ext cx="857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36775"/>
                </a:solidFill>
              </a:defRPr>
            </a:defPPr>
            <a:lvl1pPr>
              <a:defRPr sz="1275" b="0">
                <a:solidFill>
                  <a:srgbClr val="536775"/>
                </a:solidFill>
              </a:defRPr>
            </a:lvl1pPr>
            <a:lvl2pPr>
              <a:defRPr sz="1275" b="0">
                <a:solidFill>
                  <a:srgbClr val="536775"/>
                </a:solidFill>
              </a:defRPr>
            </a:lvl2pPr>
            <a:lvl3pPr>
              <a:defRPr sz="1275" b="0">
                <a:solidFill>
                  <a:srgbClr val="536775"/>
                </a:solidFill>
              </a:defRPr>
            </a:lvl3pPr>
            <a:lvl4pPr>
              <a:defRPr sz="1275" b="0">
                <a:solidFill>
                  <a:srgbClr val="536775"/>
                </a:solidFill>
              </a:defRPr>
            </a:lvl4pPr>
            <a:lvl5pPr>
              <a:defRPr sz="1275" b="0">
                <a:solidFill>
                  <a:srgbClr val="536775"/>
                </a:solidFill>
              </a:defRPr>
            </a:lvl5pPr>
            <a:lvl6pPr>
              <a:defRPr sz="1275" b="0">
                <a:solidFill>
                  <a:srgbClr val="536775"/>
                </a:solidFill>
              </a:defRPr>
            </a:lvl6pPr>
            <a:lvl7pPr>
              <a:defRPr sz="1275" b="0">
                <a:solidFill>
                  <a:srgbClr val="536775"/>
                </a:solidFill>
              </a:defRPr>
            </a:lvl7pPr>
            <a:lvl8pPr>
              <a:defRPr sz="1275" b="0">
                <a:solidFill>
                  <a:srgbClr val="536775"/>
                </a:solidFill>
              </a:defRPr>
            </a:lvl8pPr>
            <a:lvl9pPr>
              <a:defRPr sz="1275" b="0">
                <a:solidFill>
                  <a:srgbClr val="536775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36775"/>
                </a:solidFill>
              </a:defRPr>
            </a:pPr>
            <a:r>
              <a:rPr sz="1275" b="0">
                <a:solidFill>
                  <a:srgbClr val="536775"/>
                </a:solidFill>
              </a:rPr>
              <a:t>12 / 14</a:t>
            </a:r>
          </a:p>
        </p:txBody>
      </p:sp>
    </p:spTree>
    <p:extLst>
      <p:ext uri="{BB962C8B-B14F-4D97-AF65-F5344CB8AC3E}">
        <p14:creationId xmlns:p14="http://schemas.microsoft.com/office/powerpoint/2010/main" val="49354100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524693-59F2-4499-AC44-2548F5A34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7394B"/>
                </a:solidFill>
              </a:defRPr>
            </a:defPPr>
            <a:lvl1pPr>
              <a:defRPr sz="3450" b="1">
                <a:solidFill>
                  <a:srgbClr val="17394B"/>
                </a:solidFill>
              </a:defRPr>
            </a:lvl1pPr>
            <a:lvl2pPr>
              <a:defRPr sz="3450" b="1">
                <a:solidFill>
                  <a:srgbClr val="17394B"/>
                </a:solidFill>
              </a:defRPr>
            </a:lvl2pPr>
            <a:lvl3pPr>
              <a:defRPr sz="3450" b="1">
                <a:solidFill>
                  <a:srgbClr val="17394B"/>
                </a:solidFill>
              </a:defRPr>
            </a:lvl3pPr>
            <a:lvl4pPr>
              <a:defRPr sz="3450" b="1">
                <a:solidFill>
                  <a:srgbClr val="17394B"/>
                </a:solidFill>
              </a:defRPr>
            </a:lvl4pPr>
            <a:lvl5pPr>
              <a:defRPr sz="3450" b="1">
                <a:solidFill>
                  <a:srgbClr val="17394B"/>
                </a:solidFill>
              </a:defRPr>
            </a:lvl5pPr>
            <a:lvl6pPr>
              <a:defRPr sz="3450" b="1">
                <a:solidFill>
                  <a:srgbClr val="17394B"/>
                </a:solidFill>
              </a:defRPr>
            </a:lvl6pPr>
            <a:lvl7pPr>
              <a:defRPr sz="3450" b="1">
                <a:solidFill>
                  <a:srgbClr val="17394B"/>
                </a:solidFill>
              </a:defRPr>
            </a:lvl7pPr>
            <a:lvl8pPr>
              <a:defRPr sz="3450" b="1">
                <a:solidFill>
                  <a:srgbClr val="17394B"/>
                </a:solidFill>
              </a:defRPr>
            </a:lvl8pPr>
            <a:lvl9pPr>
              <a:defRPr sz="3450" b="1">
                <a:solidFill>
                  <a:srgbClr val="17394B"/>
                </a:solidFill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7394B"/>
                </a:solidFill>
              </a:defRPr>
            </a:pPr>
            <a:r>
              <a:rPr sz="3450" b="1">
                <a:solidFill>
                  <a:srgbClr val="17394B"/>
                </a:solidFill>
              </a:rPr>
              <a:t>Validación y evidencia de avance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11FF63-69F8-48D6-9618-882DB1B02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253F4A"/>
                </a:solidFill>
              </a:defRPr>
            </a:defPPr>
            <a:lvl1pPr>
              <a:defRPr sz="2400" b="0">
                <a:solidFill>
                  <a:srgbClr val="253F4A"/>
                </a:solidFill>
              </a:defRPr>
            </a:lvl1pPr>
            <a:lvl2pPr>
              <a:defRPr sz="2400" b="0">
                <a:solidFill>
                  <a:srgbClr val="253F4A"/>
                </a:solidFill>
              </a:defRPr>
            </a:lvl2pPr>
            <a:lvl3pPr>
              <a:defRPr sz="2400" b="0">
                <a:solidFill>
                  <a:srgbClr val="253F4A"/>
                </a:solidFill>
              </a:defRPr>
            </a:lvl3pPr>
            <a:lvl4pPr>
              <a:defRPr sz="2400" b="0">
                <a:solidFill>
                  <a:srgbClr val="253F4A"/>
                </a:solidFill>
              </a:defRPr>
            </a:lvl4pPr>
            <a:lvl5pPr>
              <a:defRPr sz="2400" b="0">
                <a:solidFill>
                  <a:srgbClr val="253F4A"/>
                </a:solidFill>
              </a:defRPr>
            </a:lvl5pPr>
            <a:lvl6pPr>
              <a:defRPr sz="2400" b="0">
                <a:solidFill>
                  <a:srgbClr val="253F4A"/>
                </a:solidFill>
              </a:defRPr>
            </a:lvl6pPr>
            <a:lvl7pPr>
              <a:defRPr sz="2400" b="0">
                <a:solidFill>
                  <a:srgbClr val="253F4A"/>
                </a:solidFill>
              </a:defRPr>
            </a:lvl7pPr>
            <a:lvl8pPr>
              <a:defRPr sz="2400" b="0">
                <a:solidFill>
                  <a:srgbClr val="253F4A"/>
                </a:solidFill>
              </a:defRPr>
            </a:lvl8pPr>
            <a:lvl9pPr>
              <a:defRPr sz="2400" b="0">
                <a:solidFill>
                  <a:srgbClr val="253F4A"/>
                </a:solidFill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53F4A"/>
                </a:solidFill>
              </a:defRPr>
            </a:pPr>
            <a:r>
              <a:rPr sz="2400" b="0">
                <a:solidFill>
                  <a:srgbClr val="253F4A"/>
                </a:solidFill>
              </a:rPr>
              <a:t>Compilación previa documentada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FDC10A-78D6-47B1-BD13-50F97EA08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33700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253F4A"/>
                </a:solidFill>
              </a:defRPr>
            </a:defPPr>
            <a:lvl1pPr>
              <a:defRPr sz="2400" b="0">
                <a:solidFill>
                  <a:srgbClr val="253F4A"/>
                </a:solidFill>
              </a:defRPr>
            </a:lvl1pPr>
            <a:lvl2pPr>
              <a:defRPr sz="2400" b="0">
                <a:solidFill>
                  <a:srgbClr val="253F4A"/>
                </a:solidFill>
              </a:defRPr>
            </a:lvl2pPr>
            <a:lvl3pPr>
              <a:defRPr sz="2400" b="0">
                <a:solidFill>
                  <a:srgbClr val="253F4A"/>
                </a:solidFill>
              </a:defRPr>
            </a:lvl3pPr>
            <a:lvl4pPr>
              <a:defRPr sz="2400" b="0">
                <a:solidFill>
                  <a:srgbClr val="253F4A"/>
                </a:solidFill>
              </a:defRPr>
            </a:lvl4pPr>
            <a:lvl5pPr>
              <a:defRPr sz="2400" b="0">
                <a:solidFill>
                  <a:srgbClr val="253F4A"/>
                </a:solidFill>
              </a:defRPr>
            </a:lvl5pPr>
            <a:lvl6pPr>
              <a:defRPr sz="2400" b="0">
                <a:solidFill>
                  <a:srgbClr val="253F4A"/>
                </a:solidFill>
              </a:defRPr>
            </a:lvl6pPr>
            <a:lvl7pPr>
              <a:defRPr sz="2400" b="0">
                <a:solidFill>
                  <a:srgbClr val="253F4A"/>
                </a:solidFill>
              </a:defRPr>
            </a:lvl7pPr>
            <a:lvl8pPr>
              <a:defRPr sz="2400" b="0">
                <a:solidFill>
                  <a:srgbClr val="253F4A"/>
                </a:solidFill>
              </a:defRPr>
            </a:lvl8pPr>
            <a:lvl9pPr>
              <a:defRPr sz="2400" b="0">
                <a:solidFill>
                  <a:srgbClr val="253F4A"/>
                </a:solidFill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53F4A"/>
                </a:solidFill>
              </a:defRPr>
            </a:pPr>
            <a:r>
              <a:rPr sz="2400" b="0">
                <a:solidFill>
                  <a:srgbClr val="253F4A"/>
                </a:solidFill>
              </a:rPr>
              <a:t>Capturas y código disponibles para revisión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29D272-6DF6-494B-95BB-7144E9469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71900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253F4A"/>
                </a:solidFill>
              </a:defRPr>
            </a:defPPr>
            <a:lvl1pPr>
              <a:defRPr sz="2400" b="0">
                <a:solidFill>
                  <a:srgbClr val="253F4A"/>
                </a:solidFill>
              </a:defRPr>
            </a:lvl1pPr>
            <a:lvl2pPr>
              <a:defRPr sz="2400" b="0">
                <a:solidFill>
                  <a:srgbClr val="253F4A"/>
                </a:solidFill>
              </a:defRPr>
            </a:lvl2pPr>
            <a:lvl3pPr>
              <a:defRPr sz="2400" b="0">
                <a:solidFill>
                  <a:srgbClr val="253F4A"/>
                </a:solidFill>
              </a:defRPr>
            </a:lvl3pPr>
            <a:lvl4pPr>
              <a:defRPr sz="2400" b="0">
                <a:solidFill>
                  <a:srgbClr val="253F4A"/>
                </a:solidFill>
              </a:defRPr>
            </a:lvl4pPr>
            <a:lvl5pPr>
              <a:defRPr sz="2400" b="0">
                <a:solidFill>
                  <a:srgbClr val="253F4A"/>
                </a:solidFill>
              </a:defRPr>
            </a:lvl5pPr>
            <a:lvl6pPr>
              <a:defRPr sz="2400" b="0">
                <a:solidFill>
                  <a:srgbClr val="253F4A"/>
                </a:solidFill>
              </a:defRPr>
            </a:lvl6pPr>
            <a:lvl7pPr>
              <a:defRPr sz="2400" b="0">
                <a:solidFill>
                  <a:srgbClr val="253F4A"/>
                </a:solidFill>
              </a:defRPr>
            </a:lvl7pPr>
            <a:lvl8pPr>
              <a:defRPr sz="2400" b="0">
                <a:solidFill>
                  <a:srgbClr val="253F4A"/>
                </a:solidFill>
              </a:defRPr>
            </a:lvl8pPr>
            <a:lvl9pPr>
              <a:defRPr sz="2400" b="0">
                <a:solidFill>
                  <a:srgbClr val="253F4A"/>
                </a:solidFill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53F4A"/>
                </a:solidFill>
              </a:defRPr>
            </a:pPr>
            <a:r>
              <a:rPr sz="2400" b="0">
                <a:solidFill>
                  <a:srgbClr val="253F4A"/>
                </a:solidFill>
              </a:rPr>
              <a:t>Pruebas integrales y aceptación pendientes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5FC209-2666-44DC-9F47-03EA6D729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10100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253F4A"/>
                </a:solidFill>
              </a:defRPr>
            </a:defPPr>
            <a:lvl1pPr>
              <a:defRPr sz="2400" b="0">
                <a:solidFill>
                  <a:srgbClr val="253F4A"/>
                </a:solidFill>
              </a:defRPr>
            </a:lvl1pPr>
            <a:lvl2pPr>
              <a:defRPr sz="2400" b="0">
                <a:solidFill>
                  <a:srgbClr val="253F4A"/>
                </a:solidFill>
              </a:defRPr>
            </a:lvl2pPr>
            <a:lvl3pPr>
              <a:defRPr sz="2400" b="0">
                <a:solidFill>
                  <a:srgbClr val="253F4A"/>
                </a:solidFill>
              </a:defRPr>
            </a:lvl3pPr>
            <a:lvl4pPr>
              <a:defRPr sz="2400" b="0">
                <a:solidFill>
                  <a:srgbClr val="253F4A"/>
                </a:solidFill>
              </a:defRPr>
            </a:lvl4pPr>
            <a:lvl5pPr>
              <a:defRPr sz="2400" b="0">
                <a:solidFill>
                  <a:srgbClr val="253F4A"/>
                </a:solidFill>
              </a:defRPr>
            </a:lvl5pPr>
            <a:lvl6pPr>
              <a:defRPr sz="2400" b="0">
                <a:solidFill>
                  <a:srgbClr val="253F4A"/>
                </a:solidFill>
              </a:defRPr>
            </a:lvl6pPr>
            <a:lvl7pPr>
              <a:defRPr sz="2400" b="0">
                <a:solidFill>
                  <a:srgbClr val="253F4A"/>
                </a:solidFill>
              </a:defRPr>
            </a:lvl7pPr>
            <a:lvl8pPr>
              <a:defRPr sz="2400" b="0">
                <a:solidFill>
                  <a:srgbClr val="253F4A"/>
                </a:solidFill>
              </a:defRPr>
            </a:lvl8pPr>
            <a:lvl9pPr>
              <a:defRPr sz="2400" b="0">
                <a:solidFill>
                  <a:srgbClr val="253F4A"/>
                </a:solidFill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53F4A"/>
                </a:solidFill>
              </a:defRPr>
            </a:pPr>
            <a:r>
              <a:rPr sz="2400" b="0">
                <a:solidFill>
                  <a:srgbClr val="253F4A"/>
                </a:solidFill>
              </a:rPr>
              <a:t>Resultados esperados y observados por registrar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8A9B9F-718D-40A3-A38F-F3C97BB9A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353175"/>
            <a:ext cx="857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36775"/>
                </a:solidFill>
              </a:defRPr>
            </a:defPPr>
            <a:lvl1pPr>
              <a:defRPr sz="1275" b="0">
                <a:solidFill>
                  <a:srgbClr val="536775"/>
                </a:solidFill>
              </a:defRPr>
            </a:lvl1pPr>
            <a:lvl2pPr>
              <a:defRPr sz="1275" b="0">
                <a:solidFill>
                  <a:srgbClr val="536775"/>
                </a:solidFill>
              </a:defRPr>
            </a:lvl2pPr>
            <a:lvl3pPr>
              <a:defRPr sz="1275" b="0">
                <a:solidFill>
                  <a:srgbClr val="536775"/>
                </a:solidFill>
              </a:defRPr>
            </a:lvl3pPr>
            <a:lvl4pPr>
              <a:defRPr sz="1275" b="0">
                <a:solidFill>
                  <a:srgbClr val="536775"/>
                </a:solidFill>
              </a:defRPr>
            </a:lvl4pPr>
            <a:lvl5pPr>
              <a:defRPr sz="1275" b="0">
                <a:solidFill>
                  <a:srgbClr val="536775"/>
                </a:solidFill>
              </a:defRPr>
            </a:lvl5pPr>
            <a:lvl6pPr>
              <a:defRPr sz="1275" b="0">
                <a:solidFill>
                  <a:srgbClr val="536775"/>
                </a:solidFill>
              </a:defRPr>
            </a:lvl6pPr>
            <a:lvl7pPr>
              <a:defRPr sz="1275" b="0">
                <a:solidFill>
                  <a:srgbClr val="536775"/>
                </a:solidFill>
              </a:defRPr>
            </a:lvl7pPr>
            <a:lvl8pPr>
              <a:defRPr sz="1275" b="0">
                <a:solidFill>
                  <a:srgbClr val="536775"/>
                </a:solidFill>
              </a:defRPr>
            </a:lvl8pPr>
            <a:lvl9pPr>
              <a:defRPr sz="1275" b="0">
                <a:solidFill>
                  <a:srgbClr val="536775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36775"/>
                </a:solidFill>
              </a:defRPr>
            </a:pPr>
            <a:r>
              <a:rPr sz="1275" b="0">
                <a:solidFill>
                  <a:srgbClr val="536775"/>
                </a:solidFill>
              </a:rPr>
              <a:t>13 / 14</a:t>
            </a:r>
          </a:p>
        </p:txBody>
      </p:sp>
    </p:spTree>
    <p:extLst>
      <p:ext uri="{BB962C8B-B14F-4D97-AF65-F5344CB8AC3E}">
        <p14:creationId xmlns:p14="http://schemas.microsoft.com/office/powerpoint/2010/main" val="19465981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0DE255-6A7E-47D5-B3DD-65453C6F2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7394B"/>
                </a:solidFill>
              </a:defRPr>
            </a:defPPr>
            <a:lvl1pPr>
              <a:defRPr sz="3450" b="1">
                <a:solidFill>
                  <a:srgbClr val="17394B"/>
                </a:solidFill>
              </a:defRPr>
            </a:lvl1pPr>
            <a:lvl2pPr>
              <a:defRPr sz="3450" b="1">
                <a:solidFill>
                  <a:srgbClr val="17394B"/>
                </a:solidFill>
              </a:defRPr>
            </a:lvl2pPr>
            <a:lvl3pPr>
              <a:defRPr sz="3450" b="1">
                <a:solidFill>
                  <a:srgbClr val="17394B"/>
                </a:solidFill>
              </a:defRPr>
            </a:lvl3pPr>
            <a:lvl4pPr>
              <a:defRPr sz="3450" b="1">
                <a:solidFill>
                  <a:srgbClr val="17394B"/>
                </a:solidFill>
              </a:defRPr>
            </a:lvl4pPr>
            <a:lvl5pPr>
              <a:defRPr sz="3450" b="1">
                <a:solidFill>
                  <a:srgbClr val="17394B"/>
                </a:solidFill>
              </a:defRPr>
            </a:lvl5pPr>
            <a:lvl6pPr>
              <a:defRPr sz="3450" b="1">
                <a:solidFill>
                  <a:srgbClr val="17394B"/>
                </a:solidFill>
              </a:defRPr>
            </a:lvl6pPr>
            <a:lvl7pPr>
              <a:defRPr sz="3450" b="1">
                <a:solidFill>
                  <a:srgbClr val="17394B"/>
                </a:solidFill>
              </a:defRPr>
            </a:lvl7pPr>
            <a:lvl8pPr>
              <a:defRPr sz="3450" b="1">
                <a:solidFill>
                  <a:srgbClr val="17394B"/>
                </a:solidFill>
              </a:defRPr>
            </a:lvl8pPr>
            <a:lvl9pPr>
              <a:defRPr sz="3450" b="1">
                <a:solidFill>
                  <a:srgbClr val="17394B"/>
                </a:solidFill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7394B"/>
                </a:solidFill>
              </a:defRPr>
            </a:pPr>
            <a:r>
              <a:rPr sz="3450" b="1">
                <a:solidFill>
                  <a:srgbClr val="17394B"/>
                </a:solidFill>
              </a:rPr>
              <a:t>Decisiones para continuar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E4D62C-A256-495D-889D-E749EBD4E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253F4A"/>
                </a:solidFill>
              </a:defRPr>
            </a:defPPr>
            <a:lvl1pPr>
              <a:defRPr sz="2400" b="0">
                <a:solidFill>
                  <a:srgbClr val="253F4A"/>
                </a:solidFill>
              </a:defRPr>
            </a:lvl1pPr>
            <a:lvl2pPr>
              <a:defRPr sz="2400" b="0">
                <a:solidFill>
                  <a:srgbClr val="253F4A"/>
                </a:solidFill>
              </a:defRPr>
            </a:lvl2pPr>
            <a:lvl3pPr>
              <a:defRPr sz="2400" b="0">
                <a:solidFill>
                  <a:srgbClr val="253F4A"/>
                </a:solidFill>
              </a:defRPr>
            </a:lvl3pPr>
            <a:lvl4pPr>
              <a:defRPr sz="2400" b="0">
                <a:solidFill>
                  <a:srgbClr val="253F4A"/>
                </a:solidFill>
              </a:defRPr>
            </a:lvl4pPr>
            <a:lvl5pPr>
              <a:defRPr sz="2400" b="0">
                <a:solidFill>
                  <a:srgbClr val="253F4A"/>
                </a:solidFill>
              </a:defRPr>
            </a:lvl5pPr>
            <a:lvl6pPr>
              <a:defRPr sz="2400" b="0">
                <a:solidFill>
                  <a:srgbClr val="253F4A"/>
                </a:solidFill>
              </a:defRPr>
            </a:lvl6pPr>
            <a:lvl7pPr>
              <a:defRPr sz="2400" b="0">
                <a:solidFill>
                  <a:srgbClr val="253F4A"/>
                </a:solidFill>
              </a:defRPr>
            </a:lvl7pPr>
            <a:lvl8pPr>
              <a:defRPr sz="2400" b="0">
                <a:solidFill>
                  <a:srgbClr val="253F4A"/>
                </a:solidFill>
              </a:defRPr>
            </a:lvl8pPr>
            <a:lvl9pPr>
              <a:defRPr sz="2400" b="0">
                <a:solidFill>
                  <a:srgbClr val="253F4A"/>
                </a:solidFill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53F4A"/>
                </a:solidFill>
              </a:defRPr>
            </a:pPr>
            <a:r>
              <a:rPr sz="2400" b="0">
                <a:solidFill>
                  <a:srgbClr val="253F4A"/>
                </a:solidFill>
              </a:rPr>
              <a:t>Confirmar el proceso y los criterios revisados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6B16E8-D310-4031-A539-E84F61CAE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33700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253F4A"/>
                </a:solidFill>
              </a:defRPr>
            </a:defPPr>
            <a:lvl1pPr>
              <a:defRPr sz="2400" b="0">
                <a:solidFill>
                  <a:srgbClr val="253F4A"/>
                </a:solidFill>
              </a:defRPr>
            </a:lvl1pPr>
            <a:lvl2pPr>
              <a:defRPr sz="2400" b="0">
                <a:solidFill>
                  <a:srgbClr val="253F4A"/>
                </a:solidFill>
              </a:defRPr>
            </a:lvl2pPr>
            <a:lvl3pPr>
              <a:defRPr sz="2400" b="0">
                <a:solidFill>
                  <a:srgbClr val="253F4A"/>
                </a:solidFill>
              </a:defRPr>
            </a:lvl3pPr>
            <a:lvl4pPr>
              <a:defRPr sz="2400" b="0">
                <a:solidFill>
                  <a:srgbClr val="253F4A"/>
                </a:solidFill>
              </a:defRPr>
            </a:lvl4pPr>
            <a:lvl5pPr>
              <a:defRPr sz="2400" b="0">
                <a:solidFill>
                  <a:srgbClr val="253F4A"/>
                </a:solidFill>
              </a:defRPr>
            </a:lvl5pPr>
            <a:lvl6pPr>
              <a:defRPr sz="2400" b="0">
                <a:solidFill>
                  <a:srgbClr val="253F4A"/>
                </a:solidFill>
              </a:defRPr>
            </a:lvl6pPr>
            <a:lvl7pPr>
              <a:defRPr sz="2400" b="0">
                <a:solidFill>
                  <a:srgbClr val="253F4A"/>
                </a:solidFill>
              </a:defRPr>
            </a:lvl7pPr>
            <a:lvl8pPr>
              <a:defRPr sz="2400" b="0">
                <a:solidFill>
                  <a:srgbClr val="253F4A"/>
                </a:solidFill>
              </a:defRPr>
            </a:lvl8pPr>
            <a:lvl9pPr>
              <a:defRPr sz="2400" b="0">
                <a:solidFill>
                  <a:srgbClr val="253F4A"/>
                </a:solidFill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53F4A"/>
                </a:solidFill>
              </a:defRPr>
            </a:pPr>
            <a:r>
              <a:rPr sz="2400" b="0">
                <a:solidFill>
                  <a:srgbClr val="253F4A"/>
                </a:solidFill>
              </a:rPr>
              <a:t>Definir kilos, períodos y permisos de límites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4ACA5B-19AF-416D-989B-7BCD6EAC4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71900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253F4A"/>
                </a:solidFill>
              </a:defRPr>
            </a:defPPr>
            <a:lvl1pPr>
              <a:defRPr sz="2400" b="0">
                <a:solidFill>
                  <a:srgbClr val="253F4A"/>
                </a:solidFill>
              </a:defRPr>
            </a:lvl1pPr>
            <a:lvl2pPr>
              <a:defRPr sz="2400" b="0">
                <a:solidFill>
                  <a:srgbClr val="253F4A"/>
                </a:solidFill>
              </a:defRPr>
            </a:lvl2pPr>
            <a:lvl3pPr>
              <a:defRPr sz="2400" b="0">
                <a:solidFill>
                  <a:srgbClr val="253F4A"/>
                </a:solidFill>
              </a:defRPr>
            </a:lvl3pPr>
            <a:lvl4pPr>
              <a:defRPr sz="2400" b="0">
                <a:solidFill>
                  <a:srgbClr val="253F4A"/>
                </a:solidFill>
              </a:defRPr>
            </a:lvl4pPr>
            <a:lvl5pPr>
              <a:defRPr sz="2400" b="0">
                <a:solidFill>
                  <a:srgbClr val="253F4A"/>
                </a:solidFill>
              </a:defRPr>
            </a:lvl5pPr>
            <a:lvl6pPr>
              <a:defRPr sz="2400" b="0">
                <a:solidFill>
                  <a:srgbClr val="253F4A"/>
                </a:solidFill>
              </a:defRPr>
            </a:lvl6pPr>
            <a:lvl7pPr>
              <a:defRPr sz="2400" b="0">
                <a:solidFill>
                  <a:srgbClr val="253F4A"/>
                </a:solidFill>
              </a:defRPr>
            </a:lvl7pPr>
            <a:lvl8pPr>
              <a:defRPr sz="2400" b="0">
                <a:solidFill>
                  <a:srgbClr val="253F4A"/>
                </a:solidFill>
              </a:defRPr>
            </a:lvl8pPr>
            <a:lvl9pPr>
              <a:defRPr sz="2400" b="0">
                <a:solidFill>
                  <a:srgbClr val="253F4A"/>
                </a:solidFill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53F4A"/>
                </a:solidFill>
              </a:defRPr>
            </a:pPr>
            <a:r>
              <a:rPr sz="2400" b="0">
                <a:solidFill>
                  <a:srgbClr val="253F4A"/>
                </a:solidFill>
              </a:rPr>
              <a:t>Acordar correcciones y condiciones de cierre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7E9BC2-0687-44F8-AD17-7421D4274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10100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253F4A"/>
                </a:solidFill>
              </a:defRPr>
            </a:defPPr>
            <a:lvl1pPr>
              <a:defRPr sz="2400" b="0">
                <a:solidFill>
                  <a:srgbClr val="253F4A"/>
                </a:solidFill>
              </a:defRPr>
            </a:lvl1pPr>
            <a:lvl2pPr>
              <a:defRPr sz="2400" b="0">
                <a:solidFill>
                  <a:srgbClr val="253F4A"/>
                </a:solidFill>
              </a:defRPr>
            </a:lvl2pPr>
            <a:lvl3pPr>
              <a:defRPr sz="2400" b="0">
                <a:solidFill>
                  <a:srgbClr val="253F4A"/>
                </a:solidFill>
              </a:defRPr>
            </a:lvl3pPr>
            <a:lvl4pPr>
              <a:defRPr sz="2400" b="0">
                <a:solidFill>
                  <a:srgbClr val="253F4A"/>
                </a:solidFill>
              </a:defRPr>
            </a:lvl4pPr>
            <a:lvl5pPr>
              <a:defRPr sz="2400" b="0">
                <a:solidFill>
                  <a:srgbClr val="253F4A"/>
                </a:solidFill>
              </a:defRPr>
            </a:lvl5pPr>
            <a:lvl6pPr>
              <a:defRPr sz="2400" b="0">
                <a:solidFill>
                  <a:srgbClr val="253F4A"/>
                </a:solidFill>
              </a:defRPr>
            </a:lvl6pPr>
            <a:lvl7pPr>
              <a:defRPr sz="2400" b="0">
                <a:solidFill>
                  <a:srgbClr val="253F4A"/>
                </a:solidFill>
              </a:defRPr>
            </a:lvl7pPr>
            <a:lvl8pPr>
              <a:defRPr sz="2400" b="0">
                <a:solidFill>
                  <a:srgbClr val="253F4A"/>
                </a:solidFill>
              </a:defRPr>
            </a:lvl8pPr>
            <a:lvl9pPr>
              <a:defRPr sz="2400" b="0">
                <a:solidFill>
                  <a:srgbClr val="253F4A"/>
                </a:solidFill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53F4A"/>
                </a:solidFill>
              </a:defRPr>
            </a:pPr>
            <a:r>
              <a:rPr sz="2400" b="0">
                <a:solidFill>
                  <a:srgbClr val="253F4A"/>
                </a:solidFill>
              </a:rPr>
              <a:t>Priorizar la persistencia y la evidencia del flujo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971DF0-562A-43E7-8114-8C8F1D9AA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353175"/>
            <a:ext cx="857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36775"/>
                </a:solidFill>
              </a:defRPr>
            </a:defPPr>
            <a:lvl1pPr>
              <a:defRPr sz="1275" b="0">
                <a:solidFill>
                  <a:srgbClr val="536775"/>
                </a:solidFill>
              </a:defRPr>
            </a:lvl1pPr>
            <a:lvl2pPr>
              <a:defRPr sz="1275" b="0">
                <a:solidFill>
                  <a:srgbClr val="536775"/>
                </a:solidFill>
              </a:defRPr>
            </a:lvl2pPr>
            <a:lvl3pPr>
              <a:defRPr sz="1275" b="0">
                <a:solidFill>
                  <a:srgbClr val="536775"/>
                </a:solidFill>
              </a:defRPr>
            </a:lvl3pPr>
            <a:lvl4pPr>
              <a:defRPr sz="1275" b="0">
                <a:solidFill>
                  <a:srgbClr val="536775"/>
                </a:solidFill>
              </a:defRPr>
            </a:lvl4pPr>
            <a:lvl5pPr>
              <a:defRPr sz="1275" b="0">
                <a:solidFill>
                  <a:srgbClr val="536775"/>
                </a:solidFill>
              </a:defRPr>
            </a:lvl5pPr>
            <a:lvl6pPr>
              <a:defRPr sz="1275" b="0">
                <a:solidFill>
                  <a:srgbClr val="536775"/>
                </a:solidFill>
              </a:defRPr>
            </a:lvl6pPr>
            <a:lvl7pPr>
              <a:defRPr sz="1275" b="0">
                <a:solidFill>
                  <a:srgbClr val="536775"/>
                </a:solidFill>
              </a:defRPr>
            </a:lvl7pPr>
            <a:lvl8pPr>
              <a:defRPr sz="1275" b="0">
                <a:solidFill>
                  <a:srgbClr val="536775"/>
                </a:solidFill>
              </a:defRPr>
            </a:lvl8pPr>
            <a:lvl9pPr>
              <a:defRPr sz="1275" b="0">
                <a:solidFill>
                  <a:srgbClr val="536775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36775"/>
                </a:solidFill>
              </a:defRPr>
            </a:pPr>
            <a:r>
              <a:rPr sz="1275" b="0">
                <a:solidFill>
                  <a:srgbClr val="536775"/>
                </a:solidFill>
              </a:rPr>
              <a:t>14 / 14</a:t>
            </a:r>
          </a:p>
        </p:txBody>
      </p:sp>
    </p:spTree>
    <p:extLst>
      <p:ext uri="{BB962C8B-B14F-4D97-AF65-F5344CB8AC3E}">
        <p14:creationId xmlns:p14="http://schemas.microsoft.com/office/powerpoint/2010/main" val="51737806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2026-10-22T17:50:14.1970000Z</dcterms:created>
  <dcterms:modified xsi:type="dcterms:W3CDTF">2026-10-22T17:50:14.1980000Z</dcterms:modified>
</coreProperties>
</file>